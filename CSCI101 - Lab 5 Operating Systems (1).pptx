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4"/>
  </p:notesMasterIdLst>
  <p:sldIdLst>
    <p:sldId id="256" r:id="rId2"/>
    <p:sldId id="276" r:id="rId3"/>
    <p:sldId id="295" r:id="rId4"/>
    <p:sldId id="296" r:id="rId5"/>
    <p:sldId id="294" r:id="rId6"/>
    <p:sldId id="303" r:id="rId7"/>
    <p:sldId id="304" r:id="rId8"/>
    <p:sldId id="302" r:id="rId9"/>
    <p:sldId id="293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7" r:id="rId19"/>
    <p:sldId id="298" r:id="rId20"/>
    <p:sldId id="299" r:id="rId21"/>
    <p:sldId id="259" r:id="rId22"/>
    <p:sldId id="300" r:id="rId23"/>
    <p:sldId id="257" r:id="rId24"/>
    <p:sldId id="258" r:id="rId25"/>
    <p:sldId id="301" r:id="rId26"/>
    <p:sldId id="260" r:id="rId27"/>
    <p:sldId id="261" r:id="rId28"/>
    <p:sldId id="262" r:id="rId29"/>
    <p:sldId id="263" r:id="rId30"/>
    <p:sldId id="264" r:id="rId31"/>
    <p:sldId id="265" r:id="rId32"/>
    <p:sldId id="266" r:id="rId33"/>
  </p:sldIdLst>
  <p:sldSz cx="18288000" cy="10287000"/>
  <p:notesSz cx="6858000" cy="9144000"/>
  <p:embeddedFontLst>
    <p:embeddedFont>
      <p:font typeface="Montserrat Bold" panose="00000800000000000000" pitchFamily="2" charset="0"/>
      <p:regular r:id="rId35"/>
      <p:bold r:id="rId36"/>
    </p:embeddedFont>
    <p:embeddedFont>
      <p:font typeface="Montserrat Classic" panose="020B0604020202020204" charset="0"/>
      <p:regular r:id="rId37"/>
    </p:embeddedFont>
    <p:embeddedFont>
      <p:font typeface="Montserrat Classic Bold" panose="020B0604020202020204" charset="0"/>
      <p:regular r:id="rId38"/>
    </p:embeddedFont>
    <p:embeddedFont>
      <p:font typeface="Montserrat Heavy" panose="020B0604020202020204" charset="0"/>
      <p:regular r:id="rId39"/>
    </p:embeddedFont>
    <p:embeddedFont>
      <p:font typeface="Montserrat Ultra-Bold" panose="020B0604020202020204" charset="0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E459D4-8906-07C7-C02D-30ACB1A573AD}" v="1" dt="2024-11-11T15:02:07.176"/>
    <p1510:client id="{876EAC98-0976-83E8-5B22-8EB58B527D00}" v="15" dt="2024-11-09T20:04:38.646"/>
    <p1510:client id="{F4C373F8-49E2-CDF8-F344-3EBE4787EDDE}" v="46" dt="2024-11-09T17:55:29.2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nia Khaled Nasr" userId="S::doniametwalli@nu.edu.eg::03d90c96-e6be-471a-afe0-c93dcaf26645" providerId="AD" clId="Web-{499577F5-EAC4-6373-8602-E8F87FD63773}"/>
    <pc:docChg chg="modSld sldOrd">
      <pc:chgData name="Donia Khaled Nasr" userId="S::doniametwalli@nu.edu.eg::03d90c96-e6be-471a-afe0-c93dcaf26645" providerId="AD" clId="Web-{499577F5-EAC4-6373-8602-E8F87FD63773}" dt="2024-09-25T14:27:34.711" v="547"/>
      <pc:docMkLst>
        <pc:docMk/>
      </pc:docMkLst>
      <pc:sldChg chg="addSp delSp modSp">
        <pc:chgData name="Donia Khaled Nasr" userId="S::doniametwalli@nu.edu.eg::03d90c96-e6be-471a-afe0-c93dcaf26645" providerId="AD" clId="Web-{499577F5-EAC4-6373-8602-E8F87FD63773}" dt="2024-09-25T13:56:35.898" v="24" actId="1076"/>
        <pc:sldMkLst>
          <pc:docMk/>
          <pc:sldMk cId="0" sldId="256"/>
        </pc:sldMkLst>
        <pc:spChg chg="del">
          <ac:chgData name="Donia Khaled Nasr" userId="S::doniametwalli@nu.edu.eg::03d90c96-e6be-471a-afe0-c93dcaf26645" providerId="AD" clId="Web-{499577F5-EAC4-6373-8602-E8F87FD63773}" dt="2024-09-25T13:56:08.147" v="5"/>
          <ac:spMkLst>
            <pc:docMk/>
            <pc:sldMk cId="0" sldId="256"/>
            <ac:spMk id="6" creationId="{00000000-0000-0000-0000-000000000000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3:56:08.147" v="4"/>
          <ac:spMkLst>
            <pc:docMk/>
            <pc:sldMk cId="0" sldId="256"/>
            <ac:spMk id="7" creationId="{00000000-0000-0000-0000-000000000000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3:56:08.147" v="2"/>
          <ac:spMkLst>
            <pc:docMk/>
            <pc:sldMk cId="0" sldId="256"/>
            <ac:spMk id="13" creationId="{00000000-0000-0000-0000-000000000000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3:56:08.147" v="0"/>
          <ac:spMkLst>
            <pc:docMk/>
            <pc:sldMk cId="0" sldId="256"/>
            <ac:spMk id="14" creationId="{0BF64CD1-59C9-5815-E545-9F2076FC6255}"/>
          </ac:spMkLst>
        </pc:spChg>
        <pc:spChg chg="add mod">
          <ac:chgData name="Donia Khaled Nasr" userId="S::doniametwalli@nu.edu.eg::03d90c96-e6be-471a-afe0-c93dcaf26645" providerId="AD" clId="Web-{499577F5-EAC4-6373-8602-E8F87FD63773}" dt="2024-09-25T13:56:35.867" v="22" actId="1076"/>
          <ac:spMkLst>
            <pc:docMk/>
            <pc:sldMk cId="0" sldId="256"/>
            <ac:spMk id="15" creationId="{86A429D5-D961-3240-A8DF-F6A38729CF33}"/>
          </ac:spMkLst>
        </pc:spChg>
        <pc:spChg chg="add mod">
          <ac:chgData name="Donia Khaled Nasr" userId="S::doniametwalli@nu.edu.eg::03d90c96-e6be-471a-afe0-c93dcaf26645" providerId="AD" clId="Web-{499577F5-EAC4-6373-8602-E8F87FD63773}" dt="2024-09-25T13:56:35.882" v="23" actId="1076"/>
          <ac:spMkLst>
            <pc:docMk/>
            <pc:sldMk cId="0" sldId="256"/>
            <ac:spMk id="16" creationId="{0D3FB0CB-67DF-9460-4775-02C44C93EB81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3:56:10.616" v="7"/>
          <ac:spMkLst>
            <pc:docMk/>
            <pc:sldMk cId="0" sldId="256"/>
            <ac:spMk id="17" creationId="{F29F171F-6929-00E3-5446-7832BB33ECFA}"/>
          </ac:spMkLst>
        </pc:spChg>
        <pc:spChg chg="add mod">
          <ac:chgData name="Donia Khaled Nasr" userId="S::doniametwalli@nu.edu.eg::03d90c96-e6be-471a-afe0-c93dcaf26645" providerId="AD" clId="Web-{499577F5-EAC4-6373-8602-E8F87FD63773}" dt="2024-09-25T13:56:35.898" v="24" actId="1076"/>
          <ac:spMkLst>
            <pc:docMk/>
            <pc:sldMk cId="0" sldId="256"/>
            <ac:spMk id="18" creationId="{2D1D58FA-349A-53CE-BFE5-65E45A7F7630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3:56:10.616" v="7"/>
          <ac:spMkLst>
            <pc:docMk/>
            <pc:sldMk cId="0" sldId="256"/>
            <ac:spMk id="19" creationId="{F48CB38B-E68F-F662-53C5-F8FB29C55711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3:56:10.616" v="7"/>
          <ac:spMkLst>
            <pc:docMk/>
            <pc:sldMk cId="0" sldId="256"/>
            <ac:spMk id="20" creationId="{9E90DCF4-F24F-EE80-FB36-F21941766D48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3:56:10.616" v="7"/>
          <ac:spMkLst>
            <pc:docMk/>
            <pc:sldMk cId="0" sldId="256"/>
            <ac:spMk id="21" creationId="{6B85457B-76D7-62F5-5890-0DA93BE9C90F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3:56:10.616" v="7"/>
          <ac:spMkLst>
            <pc:docMk/>
            <pc:sldMk cId="0" sldId="256"/>
            <ac:spMk id="22" creationId="{4146CD32-0E92-4376-F367-19FCDE58F3AE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3:56:10.616" v="7"/>
          <ac:spMkLst>
            <pc:docMk/>
            <pc:sldMk cId="0" sldId="256"/>
            <ac:spMk id="23" creationId="{AA09B383-2FEB-3F84-1BB1-7563A9FD26D1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3:56:10.616" v="7"/>
          <ac:spMkLst>
            <pc:docMk/>
            <pc:sldMk cId="0" sldId="256"/>
            <ac:spMk id="24" creationId="{0CE70D60-AF90-8F45-84CD-99658252D9D4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3:56:10.616" v="7"/>
          <ac:spMkLst>
            <pc:docMk/>
            <pc:sldMk cId="0" sldId="256"/>
            <ac:spMk id="25" creationId="{F9425ED1-F189-D1BF-5F52-5CE93FC00C62}"/>
          </ac:spMkLst>
        </pc:spChg>
        <pc:grpChg chg="del">
          <ac:chgData name="Donia Khaled Nasr" userId="S::doniametwalli@nu.edu.eg::03d90c96-e6be-471a-afe0-c93dcaf26645" providerId="AD" clId="Web-{499577F5-EAC4-6373-8602-E8F87FD63773}" dt="2024-09-25T13:56:08.147" v="6"/>
          <ac:grpSpMkLst>
            <pc:docMk/>
            <pc:sldMk cId="0" sldId="256"/>
            <ac:grpSpMk id="2" creationId="{00000000-0000-0000-0000-000000000000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3:56:10.616" v="7"/>
          <ac:grpSpMkLst>
            <pc:docMk/>
            <pc:sldMk cId="0" sldId="256"/>
            <ac:grpSpMk id="5" creationId="{E634D492-0590-6F8D-693A-79B676176A54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3:56:10.616" v="7"/>
          <ac:grpSpMkLst>
            <pc:docMk/>
            <pc:sldMk cId="0" sldId="256"/>
            <ac:grpSpMk id="8" creationId="{C6CE13A3-EE88-D4B2-7190-6CB364C58E5A}"/>
          </ac:grpSpMkLst>
        </pc:grpChg>
        <pc:grpChg chg="del">
          <ac:chgData name="Donia Khaled Nasr" userId="S::doniametwalli@nu.edu.eg::03d90c96-e6be-471a-afe0-c93dcaf26645" providerId="AD" clId="Web-{499577F5-EAC4-6373-8602-E8F87FD63773}" dt="2024-09-25T13:56:08.147" v="3"/>
          <ac:grpSpMkLst>
            <pc:docMk/>
            <pc:sldMk cId="0" sldId="256"/>
            <ac:grpSpMk id="10" creationId="{00000000-0000-0000-0000-000000000000}"/>
          </ac:grpSpMkLst>
        </pc:grpChg>
        <pc:picChg chg="del">
          <ac:chgData name="Donia Khaled Nasr" userId="S::doniametwalli@nu.edu.eg::03d90c96-e6be-471a-afe0-c93dcaf26645" providerId="AD" clId="Web-{499577F5-EAC4-6373-8602-E8F87FD63773}" dt="2024-09-25T13:56:08.147" v="1"/>
          <ac:picMkLst>
            <pc:docMk/>
            <pc:sldMk cId="0" sldId="256"/>
            <ac:picMk id="9" creationId="{F816F905-E7A3-E2D4-DF6E-2C76642E27B4}"/>
          </ac:picMkLst>
        </pc:picChg>
      </pc:sldChg>
      <pc:sldChg chg="addSp delSp modSp">
        <pc:chgData name="Donia Khaled Nasr" userId="S::doniametwalli@nu.edu.eg::03d90c96-e6be-471a-afe0-c93dcaf26645" providerId="AD" clId="Web-{499577F5-EAC4-6373-8602-E8F87FD63773}" dt="2024-09-25T14:17:32.352" v="397" actId="20577"/>
        <pc:sldMkLst>
          <pc:docMk/>
          <pc:sldMk cId="0" sldId="258"/>
        </pc:sldMkLst>
        <pc:spChg chg="add mod">
          <ac:chgData name="Donia Khaled Nasr" userId="S::doniametwalli@nu.edu.eg::03d90c96-e6be-471a-afe0-c93dcaf26645" providerId="AD" clId="Web-{499577F5-EAC4-6373-8602-E8F87FD63773}" dt="2024-09-25T14:17:32.352" v="397" actId="20577"/>
          <ac:spMkLst>
            <pc:docMk/>
            <pc:sldMk cId="0" sldId="258"/>
            <ac:spMk id="6" creationId="{DBA524FE-318B-67DA-A005-1AC13B3DDB38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17:24.633" v="394"/>
          <ac:spMkLst>
            <pc:docMk/>
            <pc:sldMk cId="0" sldId="258"/>
            <ac:spMk id="9" creationId="{FAD3268E-F1F4-76C0-8492-A7DE90F8181F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17:24.633" v="394"/>
          <ac:spMkLst>
            <pc:docMk/>
            <pc:sldMk cId="0" sldId="258"/>
            <ac:spMk id="10" creationId="{34694276-5DBE-56F3-D553-8EE9FD593CB5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17:24.633" v="394"/>
          <ac:spMkLst>
            <pc:docMk/>
            <pc:sldMk cId="0" sldId="258"/>
            <ac:spMk id="11" creationId="{5691E73C-13BF-9945-D380-8A5CD0CD8CE0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17:24.633" v="394"/>
          <ac:spMkLst>
            <pc:docMk/>
            <pc:sldMk cId="0" sldId="258"/>
            <ac:spMk id="12" creationId="{76DC36A4-96F3-ED79-5D72-8CEE01C73346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17:24.633" v="394"/>
          <ac:spMkLst>
            <pc:docMk/>
            <pc:sldMk cId="0" sldId="258"/>
            <ac:spMk id="13" creationId="{99B1B04A-CDC9-36F7-47ED-47169F59CB1A}"/>
          </ac:spMkLst>
        </pc:spChg>
        <pc:grpChg chg="del">
          <ac:chgData name="Donia Khaled Nasr" userId="S::doniametwalli@nu.edu.eg::03d90c96-e6be-471a-afe0-c93dcaf26645" providerId="AD" clId="Web-{499577F5-EAC4-6373-8602-E8F87FD63773}" dt="2024-09-25T14:17:24.352" v="393"/>
          <ac:grpSpMkLst>
            <pc:docMk/>
            <pc:sldMk cId="0" sldId="258"/>
            <ac:grpSpMk id="2" creationId="{00000000-0000-0000-0000-000000000000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17:24.633" v="394"/>
          <ac:grpSpMkLst>
            <pc:docMk/>
            <pc:sldMk cId="0" sldId="258"/>
            <ac:grpSpMk id="7" creationId="{F4A53B4E-F53F-5204-9A0E-BCF79D66DD21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17:24.633" v="394"/>
          <ac:grpSpMkLst>
            <pc:docMk/>
            <pc:sldMk cId="0" sldId="258"/>
            <ac:grpSpMk id="8" creationId="{51C854A6-F500-3748-8DEE-6324620B0148}"/>
          </ac:grpSpMkLst>
        </pc:grpChg>
      </pc:sldChg>
      <pc:sldChg chg="addSp delSp modSp">
        <pc:chgData name="Donia Khaled Nasr" userId="S::doniametwalli@nu.edu.eg::03d90c96-e6be-471a-afe0-c93dcaf26645" providerId="AD" clId="Web-{499577F5-EAC4-6373-8602-E8F87FD63773}" dt="2024-09-25T14:09:45.934" v="389" actId="1076"/>
        <pc:sldMkLst>
          <pc:docMk/>
          <pc:sldMk cId="0" sldId="259"/>
        </pc:sldMkLst>
        <pc:spChg chg="add mod">
          <ac:chgData name="Donia Khaled Nasr" userId="S::doniametwalli@nu.edu.eg::03d90c96-e6be-471a-afe0-c93dcaf26645" providerId="AD" clId="Web-{499577F5-EAC4-6373-8602-E8F87FD63773}" dt="2024-09-25T14:09:45.934" v="389" actId="1076"/>
          <ac:spMkLst>
            <pc:docMk/>
            <pc:sldMk cId="0" sldId="259"/>
            <ac:spMk id="2" creationId="{8F6DF2EE-B9EA-A645-EDF7-84E6437C47BC}"/>
          </ac:spMkLst>
        </pc:spChg>
        <pc:spChg chg="mod">
          <ac:chgData name="Donia Khaled Nasr" userId="S::doniametwalli@nu.edu.eg::03d90c96-e6be-471a-afe0-c93dcaf26645" providerId="AD" clId="Web-{499577F5-EAC4-6373-8602-E8F87FD63773}" dt="2024-09-25T14:09:45.918" v="388" actId="1076"/>
          <ac:spMkLst>
            <pc:docMk/>
            <pc:sldMk cId="0" sldId="259"/>
            <ac:spMk id="3" creationId="{B5063123-091B-DB8C-FFF5-CF91D549AEF8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08:48.870" v="385"/>
          <ac:spMkLst>
            <pc:docMk/>
            <pc:sldMk cId="0" sldId="259"/>
            <ac:spMk id="4" creationId="{DBA524FE-318B-67DA-A005-1AC13B3DDB38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08:48.870" v="385"/>
          <ac:spMkLst>
            <pc:docMk/>
            <pc:sldMk cId="0" sldId="259"/>
            <ac:spMk id="12" creationId="{FAD3268E-F1F4-76C0-8492-A7DE90F8181F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08:48.870" v="385"/>
          <ac:spMkLst>
            <pc:docMk/>
            <pc:sldMk cId="0" sldId="259"/>
            <ac:spMk id="13" creationId="{34694276-5DBE-56F3-D553-8EE9FD593CB5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08:48.870" v="385"/>
          <ac:spMkLst>
            <pc:docMk/>
            <pc:sldMk cId="0" sldId="259"/>
            <ac:spMk id="14" creationId="{5691E73C-13BF-9945-D380-8A5CD0CD8CE0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08:48.870" v="385"/>
          <ac:spMkLst>
            <pc:docMk/>
            <pc:sldMk cId="0" sldId="259"/>
            <ac:spMk id="15" creationId="{76DC36A4-96F3-ED79-5D72-8CEE01C73346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08:48.870" v="385"/>
          <ac:spMkLst>
            <pc:docMk/>
            <pc:sldMk cId="0" sldId="259"/>
            <ac:spMk id="16" creationId="{99B1B04A-CDC9-36F7-47ED-47169F59CB1A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4:08:46.245" v="383"/>
          <ac:spMkLst>
            <pc:docMk/>
            <pc:sldMk cId="0" sldId="259"/>
            <ac:spMk id="18" creationId="{00000000-0000-0000-0000-000000000000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4:08:46.245" v="382"/>
          <ac:spMkLst>
            <pc:docMk/>
            <pc:sldMk cId="0" sldId="259"/>
            <ac:spMk id="24" creationId="{00000000-0000-0000-0000-000000000000}"/>
          </ac:spMkLst>
        </pc:spChg>
        <pc:grpChg chg="add">
          <ac:chgData name="Donia Khaled Nasr" userId="S::doniametwalli@nu.edu.eg::03d90c96-e6be-471a-afe0-c93dcaf26645" providerId="AD" clId="Web-{499577F5-EAC4-6373-8602-E8F87FD63773}" dt="2024-09-25T14:08:48.870" v="385"/>
          <ac:grpSpMkLst>
            <pc:docMk/>
            <pc:sldMk cId="0" sldId="259"/>
            <ac:grpSpMk id="6" creationId="{F4A53B4E-F53F-5204-9A0E-BCF79D66DD21}"/>
          </ac:grpSpMkLst>
        </pc:grpChg>
        <pc:grpChg chg="del">
          <ac:chgData name="Donia Khaled Nasr" userId="S::doniametwalli@nu.edu.eg::03d90c96-e6be-471a-afe0-c93dcaf26645" providerId="AD" clId="Web-{499577F5-EAC4-6373-8602-E8F87FD63773}" dt="2024-09-25T14:08:46.245" v="384"/>
          <ac:grpSpMkLst>
            <pc:docMk/>
            <pc:sldMk cId="0" sldId="259"/>
            <ac:grpSpMk id="7" creationId="{00000000-0000-0000-0000-000000000000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08:48.870" v="385"/>
          <ac:grpSpMkLst>
            <pc:docMk/>
            <pc:sldMk cId="0" sldId="259"/>
            <ac:grpSpMk id="11" creationId="{51C854A6-F500-3748-8DEE-6324620B0148}"/>
          </ac:grpSpMkLst>
        </pc:grpChg>
      </pc:sldChg>
      <pc:sldChg chg="addSp delSp modSp">
        <pc:chgData name="Donia Khaled Nasr" userId="S::doniametwalli@nu.edu.eg::03d90c96-e6be-471a-afe0-c93dcaf26645" providerId="AD" clId="Web-{499577F5-EAC4-6373-8602-E8F87FD63773}" dt="2024-09-25T14:19:01.510" v="421" actId="20577"/>
        <pc:sldMkLst>
          <pc:docMk/>
          <pc:sldMk cId="0" sldId="260"/>
        </pc:sldMkLst>
        <pc:spChg chg="mod">
          <ac:chgData name="Donia Khaled Nasr" userId="S::doniametwalli@nu.edu.eg::03d90c96-e6be-471a-afe0-c93dcaf26645" providerId="AD" clId="Web-{499577F5-EAC4-6373-8602-E8F87FD63773}" dt="2024-09-25T14:18:50.244" v="399" actId="1076"/>
          <ac:spMkLst>
            <pc:docMk/>
            <pc:sldMk cId="0" sldId="260"/>
            <ac:spMk id="5" creationId="{00000000-0000-0000-0000-000000000000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4:18:52.073" v="400"/>
          <ac:spMkLst>
            <pc:docMk/>
            <pc:sldMk cId="0" sldId="260"/>
            <ac:spMk id="6" creationId="{00000000-0000-0000-0000-000000000000}"/>
          </ac:spMkLst>
        </pc:spChg>
        <pc:spChg chg="add mod">
          <ac:chgData name="Donia Khaled Nasr" userId="S::doniametwalli@nu.edu.eg::03d90c96-e6be-471a-afe0-c93dcaf26645" providerId="AD" clId="Web-{499577F5-EAC4-6373-8602-E8F87FD63773}" dt="2024-09-25T14:19:01.510" v="421" actId="20577"/>
          <ac:spMkLst>
            <pc:docMk/>
            <pc:sldMk cId="0" sldId="260"/>
            <ac:spMk id="8" creationId="{9975E278-07A3-456C-018D-E7C62A8397B9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18:54.526" v="404"/>
          <ac:spMkLst>
            <pc:docMk/>
            <pc:sldMk cId="0" sldId="260"/>
            <ac:spMk id="18" creationId="{9C56DF8D-0DBA-083E-422B-5E233A8672BF}"/>
          </ac:spMkLst>
        </pc:spChg>
        <pc:grpChg chg="del">
          <ac:chgData name="Donia Khaled Nasr" userId="S::doniametwalli@nu.edu.eg::03d90c96-e6be-471a-afe0-c93dcaf26645" providerId="AD" clId="Web-{499577F5-EAC4-6373-8602-E8F87FD63773}" dt="2024-09-25T14:18:48.697" v="398"/>
          <ac:grpSpMkLst>
            <pc:docMk/>
            <pc:sldMk cId="0" sldId="260"/>
            <ac:grpSpMk id="2" creationId="{00000000-0000-0000-0000-000000000000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18:54.495" v="402"/>
          <ac:grpSpMkLst>
            <pc:docMk/>
            <pc:sldMk cId="0" sldId="260"/>
            <ac:grpSpMk id="12" creationId="{93F39938-F494-87F8-AC3C-66CCBF70E93E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18:54.510" v="403"/>
          <ac:grpSpMkLst>
            <pc:docMk/>
            <pc:sldMk cId="0" sldId="260"/>
            <ac:grpSpMk id="16" creationId="{A759F625-77AB-1F05-73A8-4F035F6EA77F}"/>
          </ac:grpSpMkLst>
        </pc:grpChg>
      </pc:sldChg>
      <pc:sldChg chg="addSp delSp modSp">
        <pc:chgData name="Donia Khaled Nasr" userId="S::doniametwalli@nu.edu.eg::03d90c96-e6be-471a-afe0-c93dcaf26645" providerId="AD" clId="Web-{499577F5-EAC4-6373-8602-E8F87FD63773}" dt="2024-09-25T14:19:41.871" v="446" actId="1076"/>
        <pc:sldMkLst>
          <pc:docMk/>
          <pc:sldMk cId="0" sldId="261"/>
        </pc:sldMkLst>
        <pc:spChg chg="mod">
          <ac:chgData name="Donia Khaled Nasr" userId="S::doniametwalli@nu.edu.eg::03d90c96-e6be-471a-afe0-c93dcaf26645" providerId="AD" clId="Web-{499577F5-EAC4-6373-8602-E8F87FD63773}" dt="2024-09-25T14:19:08.964" v="423" actId="1076"/>
          <ac:spMkLst>
            <pc:docMk/>
            <pc:sldMk cId="0" sldId="261"/>
            <ac:spMk id="5" creationId="{00000000-0000-0000-0000-000000000000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4:19:14.573" v="424"/>
          <ac:spMkLst>
            <pc:docMk/>
            <pc:sldMk cId="0" sldId="261"/>
            <ac:spMk id="6" creationId="{00000000-0000-0000-0000-000000000000}"/>
          </ac:spMkLst>
        </pc:spChg>
        <pc:spChg chg="mod">
          <ac:chgData name="Donia Khaled Nasr" userId="S::doniametwalli@nu.edu.eg::03d90c96-e6be-471a-afe0-c93dcaf26645" providerId="AD" clId="Web-{499577F5-EAC4-6373-8602-E8F87FD63773}" dt="2024-09-25T14:19:41.871" v="446" actId="1076"/>
          <ac:spMkLst>
            <pc:docMk/>
            <pc:sldMk cId="0" sldId="261"/>
            <ac:spMk id="7" creationId="{00000000-0000-0000-0000-000000000000}"/>
          </ac:spMkLst>
        </pc:spChg>
        <pc:spChg chg="add mod">
          <ac:chgData name="Donia Khaled Nasr" userId="S::doniametwalli@nu.edu.eg::03d90c96-e6be-471a-afe0-c93dcaf26645" providerId="AD" clId="Web-{499577F5-EAC4-6373-8602-E8F87FD63773}" dt="2024-09-25T14:19:35.902" v="445" actId="20577"/>
          <ac:spMkLst>
            <pc:docMk/>
            <pc:sldMk cId="0" sldId="261"/>
            <ac:spMk id="9" creationId="{3993DA98-AFC6-17E0-910A-FF35855D32AA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19:14.995" v="428"/>
          <ac:spMkLst>
            <pc:docMk/>
            <pc:sldMk cId="0" sldId="261"/>
            <ac:spMk id="19" creationId="{B22508EE-32CC-1273-5224-475B358EF353}"/>
          </ac:spMkLst>
        </pc:spChg>
        <pc:grpChg chg="del">
          <ac:chgData name="Donia Khaled Nasr" userId="S::doniametwalli@nu.edu.eg::03d90c96-e6be-471a-afe0-c93dcaf26645" providerId="AD" clId="Web-{499577F5-EAC4-6373-8602-E8F87FD63773}" dt="2024-09-25T14:19:06.604" v="422"/>
          <ac:grpSpMkLst>
            <pc:docMk/>
            <pc:sldMk cId="0" sldId="261"/>
            <ac:grpSpMk id="2" creationId="{00000000-0000-0000-0000-000000000000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19:14.979" v="426"/>
          <ac:grpSpMkLst>
            <pc:docMk/>
            <pc:sldMk cId="0" sldId="261"/>
            <ac:grpSpMk id="13" creationId="{CD84BA0C-6936-A433-BC5F-FA2A0C8ED060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19:14.979" v="427"/>
          <ac:grpSpMkLst>
            <pc:docMk/>
            <pc:sldMk cId="0" sldId="261"/>
            <ac:grpSpMk id="17" creationId="{F06BF039-4502-3D2F-6AF7-4D52BE888C9E}"/>
          </ac:grpSpMkLst>
        </pc:grpChg>
      </pc:sldChg>
      <pc:sldChg chg="addSp delSp modSp">
        <pc:chgData name="Donia Khaled Nasr" userId="S::doniametwalli@nu.edu.eg::03d90c96-e6be-471a-afe0-c93dcaf26645" providerId="AD" clId="Web-{499577F5-EAC4-6373-8602-E8F87FD63773}" dt="2024-09-25T14:20:51.826" v="494" actId="1076"/>
        <pc:sldMkLst>
          <pc:docMk/>
          <pc:sldMk cId="0" sldId="262"/>
        </pc:sldMkLst>
        <pc:spChg chg="mod">
          <ac:chgData name="Donia Khaled Nasr" userId="S::doniametwalli@nu.edu.eg::03d90c96-e6be-471a-afe0-c93dcaf26645" providerId="AD" clId="Web-{499577F5-EAC4-6373-8602-E8F87FD63773}" dt="2024-09-25T14:19:48.871" v="448" actId="1076"/>
          <ac:spMkLst>
            <pc:docMk/>
            <pc:sldMk cId="0" sldId="262"/>
            <ac:spMk id="5" creationId="{00000000-0000-0000-0000-000000000000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4:20:11.043" v="464"/>
          <ac:spMkLst>
            <pc:docMk/>
            <pc:sldMk cId="0" sldId="262"/>
            <ac:spMk id="6" creationId="{00000000-0000-0000-0000-000000000000}"/>
          </ac:spMkLst>
        </pc:spChg>
        <pc:spChg chg="mod">
          <ac:chgData name="Donia Khaled Nasr" userId="S::doniametwalli@nu.edu.eg::03d90c96-e6be-471a-afe0-c93dcaf26645" providerId="AD" clId="Web-{499577F5-EAC4-6373-8602-E8F87FD63773}" dt="2024-09-25T14:20:51.826" v="494" actId="1076"/>
          <ac:spMkLst>
            <pc:docMk/>
            <pc:sldMk cId="0" sldId="262"/>
            <ac:spMk id="7" creationId="{00000000-0000-0000-0000-000000000000}"/>
          </ac:spMkLst>
        </pc:spChg>
        <pc:spChg chg="add mod">
          <ac:chgData name="Donia Khaled Nasr" userId="S::doniametwalli@nu.edu.eg::03d90c96-e6be-471a-afe0-c93dcaf26645" providerId="AD" clId="Web-{499577F5-EAC4-6373-8602-E8F87FD63773}" dt="2024-09-25T14:20:44.013" v="491" actId="1076"/>
          <ac:spMkLst>
            <pc:docMk/>
            <pc:sldMk cId="0" sldId="262"/>
            <ac:spMk id="9" creationId="{B2F7D48A-3B36-F125-07DC-8ABBA4F94799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20:19.169" v="471"/>
          <ac:spMkLst>
            <pc:docMk/>
            <pc:sldMk cId="0" sldId="262"/>
            <ac:spMk id="19" creationId="{F1F3DBB4-027E-FB39-D156-4C955F0CBD3D}"/>
          </ac:spMkLst>
        </pc:spChg>
        <pc:grpChg chg="del">
          <ac:chgData name="Donia Khaled Nasr" userId="S::doniametwalli@nu.edu.eg::03d90c96-e6be-471a-afe0-c93dcaf26645" providerId="AD" clId="Web-{499577F5-EAC4-6373-8602-E8F87FD63773}" dt="2024-09-25T14:19:46.996" v="447"/>
          <ac:grpSpMkLst>
            <pc:docMk/>
            <pc:sldMk cId="0" sldId="262"/>
            <ac:grpSpMk id="2" creationId="{00000000-0000-0000-0000-000000000000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20:19.153" v="469"/>
          <ac:grpSpMkLst>
            <pc:docMk/>
            <pc:sldMk cId="0" sldId="262"/>
            <ac:grpSpMk id="13" creationId="{FCBBC1A9-5379-DE48-B9BF-7C507CD11EFD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20:19.169" v="470"/>
          <ac:grpSpMkLst>
            <pc:docMk/>
            <pc:sldMk cId="0" sldId="262"/>
            <ac:grpSpMk id="17" creationId="{FDFE6A6F-11BD-F509-112B-8E8751BC449A}"/>
          </ac:grpSpMkLst>
        </pc:grpChg>
      </pc:sldChg>
      <pc:sldChg chg="addSp delSp modSp">
        <pc:chgData name="Donia Khaled Nasr" userId="S::doniametwalli@nu.edu.eg::03d90c96-e6be-471a-afe0-c93dcaf26645" providerId="AD" clId="Web-{499577F5-EAC4-6373-8602-E8F87FD63773}" dt="2024-09-25T14:21:28.483" v="516" actId="1076"/>
        <pc:sldMkLst>
          <pc:docMk/>
          <pc:sldMk cId="0" sldId="263"/>
        </pc:sldMkLst>
        <pc:spChg chg="mod">
          <ac:chgData name="Donia Khaled Nasr" userId="S::doniametwalli@nu.edu.eg::03d90c96-e6be-471a-afe0-c93dcaf26645" providerId="AD" clId="Web-{499577F5-EAC4-6373-8602-E8F87FD63773}" dt="2024-09-25T14:21:02.888" v="496" actId="1076"/>
          <ac:spMkLst>
            <pc:docMk/>
            <pc:sldMk cId="0" sldId="263"/>
            <ac:spMk id="5" creationId="{00000000-0000-0000-0000-000000000000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4:21:05.388" v="497"/>
          <ac:spMkLst>
            <pc:docMk/>
            <pc:sldMk cId="0" sldId="263"/>
            <ac:spMk id="6" creationId="{00000000-0000-0000-0000-000000000000}"/>
          </ac:spMkLst>
        </pc:spChg>
        <pc:spChg chg="add mod">
          <ac:chgData name="Donia Khaled Nasr" userId="S::doniametwalli@nu.edu.eg::03d90c96-e6be-471a-afe0-c93dcaf26645" providerId="AD" clId="Web-{499577F5-EAC4-6373-8602-E8F87FD63773}" dt="2024-09-25T14:21:28.483" v="516" actId="1076"/>
          <ac:spMkLst>
            <pc:docMk/>
            <pc:sldMk cId="0" sldId="263"/>
            <ac:spMk id="8" creationId="{6E4C1A1B-3D81-A242-10A1-F204310DDD44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21:13.482" v="501"/>
          <ac:spMkLst>
            <pc:docMk/>
            <pc:sldMk cId="0" sldId="263"/>
            <ac:spMk id="18" creationId="{6986449E-E646-30DD-3EAE-A9A4D6554021}"/>
          </ac:spMkLst>
        </pc:spChg>
        <pc:grpChg chg="del">
          <ac:chgData name="Donia Khaled Nasr" userId="S::doniametwalli@nu.edu.eg::03d90c96-e6be-471a-afe0-c93dcaf26645" providerId="AD" clId="Web-{499577F5-EAC4-6373-8602-E8F87FD63773}" dt="2024-09-25T14:21:01.013" v="495"/>
          <ac:grpSpMkLst>
            <pc:docMk/>
            <pc:sldMk cId="0" sldId="263"/>
            <ac:grpSpMk id="2" creationId="{00000000-0000-0000-0000-000000000000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21:13.467" v="499"/>
          <ac:grpSpMkLst>
            <pc:docMk/>
            <pc:sldMk cId="0" sldId="263"/>
            <ac:grpSpMk id="12" creationId="{67FCCF99-3ECD-D190-44D3-17B5E9B9062E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21:13.467" v="500"/>
          <ac:grpSpMkLst>
            <pc:docMk/>
            <pc:sldMk cId="0" sldId="263"/>
            <ac:grpSpMk id="16" creationId="{F7474490-A3BF-5B3D-00A0-A0147F171F18}"/>
          </ac:grpSpMkLst>
        </pc:grpChg>
      </pc:sldChg>
      <pc:sldChg chg="addSp delSp modSp">
        <pc:chgData name="Donia Khaled Nasr" userId="S::doniametwalli@nu.edu.eg::03d90c96-e6be-471a-afe0-c93dcaf26645" providerId="AD" clId="Web-{499577F5-EAC4-6373-8602-E8F87FD63773}" dt="2024-09-25T14:22:13.703" v="539" actId="20577"/>
        <pc:sldMkLst>
          <pc:docMk/>
          <pc:sldMk cId="0" sldId="264"/>
        </pc:sldMkLst>
        <pc:spChg chg="mod">
          <ac:chgData name="Donia Khaled Nasr" userId="S::doniametwalli@nu.edu.eg::03d90c96-e6be-471a-afe0-c93dcaf26645" providerId="AD" clId="Web-{499577F5-EAC4-6373-8602-E8F87FD63773}" dt="2024-09-25T14:21:43.655" v="518"/>
          <ac:spMkLst>
            <pc:docMk/>
            <pc:sldMk cId="0" sldId="264"/>
            <ac:spMk id="8" creationId="{00000000-0000-0000-0000-000000000000}"/>
          </ac:spMkLst>
        </pc:spChg>
        <pc:spChg chg="add del mod">
          <ac:chgData name="Donia Khaled Nasr" userId="S::doniametwalli@nu.edu.eg::03d90c96-e6be-471a-afe0-c93dcaf26645" providerId="AD" clId="Web-{499577F5-EAC4-6373-8602-E8F87FD63773}" dt="2024-09-25T14:22:08.265" v="532"/>
          <ac:spMkLst>
            <pc:docMk/>
            <pc:sldMk cId="0" sldId="264"/>
            <ac:spMk id="10" creationId="{79753E17-F6AB-B4F5-428B-94F2A13EDD3F}"/>
          </ac:spMkLst>
        </pc:spChg>
        <pc:spChg chg="add del">
          <ac:chgData name="Donia Khaled Nasr" userId="S::doniametwalli@nu.edu.eg::03d90c96-e6be-471a-afe0-c93dcaf26645" providerId="AD" clId="Web-{499577F5-EAC4-6373-8602-E8F87FD63773}" dt="2024-09-25T14:22:08.265" v="529"/>
          <ac:spMkLst>
            <pc:docMk/>
            <pc:sldMk cId="0" sldId="264"/>
            <ac:spMk id="20" creationId="{181052EE-ADE3-B46C-4F22-0EDA9277F4ED}"/>
          </ac:spMkLst>
        </pc:spChg>
        <pc:spChg chg="add mod">
          <ac:chgData name="Donia Khaled Nasr" userId="S::doniametwalli@nu.edu.eg::03d90c96-e6be-471a-afe0-c93dcaf26645" providerId="AD" clId="Web-{499577F5-EAC4-6373-8602-E8F87FD63773}" dt="2024-09-25T14:22:13.703" v="539" actId="20577"/>
          <ac:spMkLst>
            <pc:docMk/>
            <pc:sldMk cId="0" sldId="264"/>
            <ac:spMk id="22" creationId="{7964FEE8-3D09-342D-E6F0-B210B66268E3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22:09.218" v="536"/>
          <ac:spMkLst>
            <pc:docMk/>
            <pc:sldMk cId="0" sldId="264"/>
            <ac:spMk id="32" creationId="{AB267291-83C6-9B82-EA8F-D167F7FEEE4E}"/>
          </ac:spMkLst>
        </pc:spChg>
        <pc:grpChg chg="del">
          <ac:chgData name="Donia Khaled Nasr" userId="S::doniametwalli@nu.edu.eg::03d90c96-e6be-471a-afe0-c93dcaf26645" providerId="AD" clId="Web-{499577F5-EAC4-6373-8602-E8F87FD63773}" dt="2024-09-25T14:21:48.280" v="520"/>
          <ac:grpSpMkLst>
            <pc:docMk/>
            <pc:sldMk cId="0" sldId="264"/>
            <ac:grpSpMk id="2" creationId="{00000000-0000-0000-0000-000000000000}"/>
          </ac:grpSpMkLst>
        </pc:grpChg>
        <pc:grpChg chg="del">
          <ac:chgData name="Donia Khaled Nasr" userId="S::doniametwalli@nu.edu.eg::03d90c96-e6be-471a-afe0-c93dcaf26645" providerId="AD" clId="Web-{499577F5-EAC4-6373-8602-E8F87FD63773}" dt="2024-09-25T14:21:48.280" v="519"/>
          <ac:grpSpMkLst>
            <pc:docMk/>
            <pc:sldMk cId="0" sldId="264"/>
            <ac:grpSpMk id="5" creationId="{00000000-0000-0000-0000-000000000000}"/>
          </ac:grpSpMkLst>
        </pc:grpChg>
        <pc:grpChg chg="add del">
          <ac:chgData name="Donia Khaled Nasr" userId="S::doniametwalli@nu.edu.eg::03d90c96-e6be-471a-afe0-c93dcaf26645" providerId="AD" clId="Web-{499577F5-EAC4-6373-8602-E8F87FD63773}" dt="2024-09-25T14:22:08.265" v="531"/>
          <ac:grpSpMkLst>
            <pc:docMk/>
            <pc:sldMk cId="0" sldId="264"/>
            <ac:grpSpMk id="14" creationId="{50CF4F54-6468-90CC-BD60-95AE1785608D}"/>
          </ac:grpSpMkLst>
        </pc:grpChg>
        <pc:grpChg chg="add del">
          <ac:chgData name="Donia Khaled Nasr" userId="S::doniametwalli@nu.edu.eg::03d90c96-e6be-471a-afe0-c93dcaf26645" providerId="AD" clId="Web-{499577F5-EAC4-6373-8602-E8F87FD63773}" dt="2024-09-25T14:22:08.265" v="530"/>
          <ac:grpSpMkLst>
            <pc:docMk/>
            <pc:sldMk cId="0" sldId="264"/>
            <ac:grpSpMk id="18" creationId="{A36DABC1-FF99-C47F-92D0-E99CDDA19F32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22:09.187" v="534"/>
          <ac:grpSpMkLst>
            <pc:docMk/>
            <pc:sldMk cId="0" sldId="264"/>
            <ac:grpSpMk id="26" creationId="{D80526F1-DBB9-6489-A008-4D1B8B74C535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22:09.203" v="535"/>
          <ac:grpSpMkLst>
            <pc:docMk/>
            <pc:sldMk cId="0" sldId="264"/>
            <ac:grpSpMk id="30" creationId="{E620A476-275F-B6D6-696A-816160961CCF}"/>
          </ac:grpSpMkLst>
        </pc:grpChg>
      </pc:sldChg>
      <pc:sldChg chg="addSp delSp modSp">
        <pc:chgData name="Donia Khaled Nasr" userId="S::doniametwalli@nu.edu.eg::03d90c96-e6be-471a-afe0-c93dcaf26645" providerId="AD" clId="Web-{499577F5-EAC4-6373-8602-E8F87FD63773}" dt="2024-09-25T14:22:27.078" v="543" actId="1076"/>
        <pc:sldMkLst>
          <pc:docMk/>
          <pc:sldMk cId="0" sldId="265"/>
        </pc:sldMkLst>
        <pc:spChg chg="mod">
          <ac:chgData name="Donia Khaled Nasr" userId="S::doniametwalli@nu.edu.eg::03d90c96-e6be-471a-afe0-c93dcaf26645" providerId="AD" clId="Web-{499577F5-EAC4-6373-8602-E8F87FD63773}" dt="2024-09-25T14:22:27.078" v="543" actId="1076"/>
          <ac:spMkLst>
            <pc:docMk/>
            <pc:sldMk cId="0" sldId="265"/>
            <ac:spMk id="5" creationId="{00000000-0000-0000-0000-000000000000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4:22:23.734" v="540"/>
          <ac:spMkLst>
            <pc:docMk/>
            <pc:sldMk cId="0" sldId="265"/>
            <ac:spMk id="6" creationId="{00000000-0000-0000-0000-000000000000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22:24.328" v="542"/>
          <ac:spMkLst>
            <pc:docMk/>
            <pc:sldMk cId="0" sldId="265"/>
            <ac:spMk id="7" creationId="{8F6DF2EE-B9EA-A645-EDF7-84E6437C47BC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22:24.328" v="542"/>
          <ac:spMkLst>
            <pc:docMk/>
            <pc:sldMk cId="0" sldId="265"/>
            <ac:spMk id="8" creationId="{DBA524FE-318B-67DA-A005-1AC13B3DDB38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22:24.328" v="542"/>
          <ac:spMkLst>
            <pc:docMk/>
            <pc:sldMk cId="0" sldId="265"/>
            <ac:spMk id="11" creationId="{FAD3268E-F1F4-76C0-8492-A7DE90F8181F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22:24.328" v="542"/>
          <ac:spMkLst>
            <pc:docMk/>
            <pc:sldMk cId="0" sldId="265"/>
            <ac:spMk id="12" creationId="{34694276-5DBE-56F3-D553-8EE9FD593CB5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22:24.328" v="542"/>
          <ac:spMkLst>
            <pc:docMk/>
            <pc:sldMk cId="0" sldId="265"/>
            <ac:spMk id="13" creationId="{5691E73C-13BF-9945-D380-8A5CD0CD8CE0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22:24.328" v="542"/>
          <ac:spMkLst>
            <pc:docMk/>
            <pc:sldMk cId="0" sldId="265"/>
            <ac:spMk id="14" creationId="{76DC36A4-96F3-ED79-5D72-8CEE01C73346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22:24.328" v="542"/>
          <ac:spMkLst>
            <pc:docMk/>
            <pc:sldMk cId="0" sldId="265"/>
            <ac:spMk id="15" creationId="{99B1B04A-CDC9-36F7-47ED-47169F59CB1A}"/>
          </ac:spMkLst>
        </pc:spChg>
        <pc:grpChg chg="del">
          <ac:chgData name="Donia Khaled Nasr" userId="S::doniametwalli@nu.edu.eg::03d90c96-e6be-471a-afe0-c93dcaf26645" providerId="AD" clId="Web-{499577F5-EAC4-6373-8602-E8F87FD63773}" dt="2024-09-25T14:22:23.734" v="541"/>
          <ac:grpSpMkLst>
            <pc:docMk/>
            <pc:sldMk cId="0" sldId="265"/>
            <ac:grpSpMk id="2" creationId="{00000000-0000-0000-0000-000000000000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22:24.328" v="542"/>
          <ac:grpSpMkLst>
            <pc:docMk/>
            <pc:sldMk cId="0" sldId="265"/>
            <ac:grpSpMk id="9" creationId="{F4A53B4E-F53F-5204-9A0E-BCF79D66DD21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22:24.328" v="542"/>
          <ac:grpSpMkLst>
            <pc:docMk/>
            <pc:sldMk cId="0" sldId="265"/>
            <ac:grpSpMk id="10" creationId="{51C854A6-F500-3748-8DEE-6324620B0148}"/>
          </ac:grpSpMkLst>
        </pc:grpChg>
      </pc:sldChg>
      <pc:sldChg chg="addSp delSp">
        <pc:chgData name="Donia Khaled Nasr" userId="S::doniametwalli@nu.edu.eg::03d90c96-e6be-471a-afe0-c93dcaf26645" providerId="AD" clId="Web-{499577F5-EAC4-6373-8602-E8F87FD63773}" dt="2024-09-25T14:27:34.711" v="547"/>
        <pc:sldMkLst>
          <pc:docMk/>
          <pc:sldMk cId="0" sldId="266"/>
        </pc:sldMkLst>
        <pc:spChg chg="del">
          <ac:chgData name="Donia Khaled Nasr" userId="S::doniametwalli@nu.edu.eg::03d90c96-e6be-471a-afe0-c93dcaf26645" providerId="AD" clId="Web-{499577F5-EAC4-6373-8602-E8F87FD63773}" dt="2024-09-25T14:27:33.305" v="544"/>
          <ac:spMkLst>
            <pc:docMk/>
            <pc:sldMk cId="0" sldId="266"/>
            <ac:spMk id="8" creationId="{00000000-0000-0000-0000-000000000000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27:34.711" v="547"/>
          <ac:spMkLst>
            <pc:docMk/>
            <pc:sldMk cId="0" sldId="266"/>
            <ac:spMk id="11" creationId="{F49B64FE-9EF7-E510-03FF-857D205DE06A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27:34.711" v="547"/>
          <ac:spMkLst>
            <pc:docMk/>
            <pc:sldMk cId="0" sldId="266"/>
            <ac:spMk id="12" creationId="{F0C534D1-87ED-0786-88AB-113183FA27EB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27:34.711" v="547"/>
          <ac:spMkLst>
            <pc:docMk/>
            <pc:sldMk cId="0" sldId="266"/>
            <ac:spMk id="13" creationId="{C7A45E8D-2F04-C7E1-84C9-E2AF5050653F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27:34.711" v="547"/>
          <ac:spMkLst>
            <pc:docMk/>
            <pc:sldMk cId="0" sldId="266"/>
            <ac:spMk id="14" creationId="{4EA9DFD7-7B39-2DA9-F762-902EAC3C9401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27:34.711" v="547"/>
          <ac:spMkLst>
            <pc:docMk/>
            <pc:sldMk cId="0" sldId="266"/>
            <ac:spMk id="15" creationId="{E1447BCE-1B70-5E44-D95B-ED56C97DB75B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27:34.711" v="547"/>
          <ac:spMkLst>
            <pc:docMk/>
            <pc:sldMk cId="0" sldId="266"/>
            <ac:spMk id="16" creationId="{4F9F6DB0-1112-D542-6E93-AD7A5CB13ECE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27:34.711" v="547"/>
          <ac:spMkLst>
            <pc:docMk/>
            <pc:sldMk cId="0" sldId="266"/>
            <ac:spMk id="17" creationId="{0B23F556-B948-B1B4-43A5-9A2B2636D83A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27:34.711" v="547"/>
          <ac:spMkLst>
            <pc:docMk/>
            <pc:sldMk cId="0" sldId="266"/>
            <ac:spMk id="18" creationId="{737BE36D-A1D5-6566-47E2-87C8ABCADE68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27:34.711" v="547"/>
          <ac:spMkLst>
            <pc:docMk/>
            <pc:sldMk cId="0" sldId="266"/>
            <ac:spMk id="19" creationId="{B373BFDF-A2AE-BA8C-3C57-3BBA2376A232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27:34.711" v="547"/>
          <ac:spMkLst>
            <pc:docMk/>
            <pc:sldMk cId="0" sldId="266"/>
            <ac:spMk id="20" creationId="{4A368D6B-29B9-2DC9-7D9F-A3052B84D5EA}"/>
          </ac:spMkLst>
        </pc:spChg>
        <pc:grpChg chg="del">
          <ac:chgData name="Donia Khaled Nasr" userId="S::doniametwalli@nu.edu.eg::03d90c96-e6be-471a-afe0-c93dcaf26645" providerId="AD" clId="Web-{499577F5-EAC4-6373-8602-E8F87FD63773}" dt="2024-09-25T14:27:33.305" v="546"/>
          <ac:grpSpMkLst>
            <pc:docMk/>
            <pc:sldMk cId="0" sldId="266"/>
            <ac:grpSpMk id="2" creationId="{00000000-0000-0000-0000-000000000000}"/>
          </ac:grpSpMkLst>
        </pc:grpChg>
        <pc:grpChg chg="del">
          <ac:chgData name="Donia Khaled Nasr" userId="S::doniametwalli@nu.edu.eg::03d90c96-e6be-471a-afe0-c93dcaf26645" providerId="AD" clId="Web-{499577F5-EAC4-6373-8602-E8F87FD63773}" dt="2024-09-25T14:27:33.305" v="545"/>
          <ac:grpSpMkLst>
            <pc:docMk/>
            <pc:sldMk cId="0" sldId="266"/>
            <ac:grpSpMk id="5" creationId="{00000000-0000-0000-0000-000000000000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27:34.711" v="547"/>
          <ac:grpSpMkLst>
            <pc:docMk/>
            <pc:sldMk cId="0" sldId="266"/>
            <ac:grpSpMk id="9" creationId="{3D78716F-0501-17C5-B7B4-EA9F4351D89F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27:34.711" v="547"/>
          <ac:grpSpMkLst>
            <pc:docMk/>
            <pc:sldMk cId="0" sldId="266"/>
            <ac:grpSpMk id="10" creationId="{C730FD0C-D439-D59A-419A-FC016557AFDB}"/>
          </ac:grpSpMkLst>
        </pc:grpChg>
      </pc:sldChg>
      <pc:sldChg chg="addSp delSp modSp">
        <pc:chgData name="Donia Khaled Nasr" userId="S::doniametwalli@nu.edu.eg::03d90c96-e6be-471a-afe0-c93dcaf26645" providerId="AD" clId="Web-{499577F5-EAC4-6373-8602-E8F87FD63773}" dt="2024-09-25T13:58:14.338" v="50"/>
        <pc:sldMkLst>
          <pc:docMk/>
          <pc:sldMk cId="1927804735" sldId="276"/>
        </pc:sldMkLst>
        <pc:spChg chg="add mod">
          <ac:chgData name="Donia Khaled Nasr" userId="S::doniametwalli@nu.edu.eg::03d90c96-e6be-471a-afe0-c93dcaf26645" providerId="AD" clId="Web-{499577F5-EAC4-6373-8602-E8F87FD63773}" dt="2024-09-25T13:57:52.478" v="46" actId="14100"/>
          <ac:spMkLst>
            <pc:docMk/>
            <pc:sldMk cId="1927804735" sldId="276"/>
            <ac:spMk id="8" creationId="{DBA524FE-318B-67DA-A005-1AC13B3DDB38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3:57:33.493" v="29"/>
          <ac:spMkLst>
            <pc:docMk/>
            <pc:sldMk cId="1927804735" sldId="276"/>
            <ac:spMk id="11" creationId="{FAD3268E-F1F4-76C0-8492-A7DE90F8181F}"/>
          </ac:spMkLst>
        </pc:spChg>
        <pc:spChg chg="mod">
          <ac:chgData name="Donia Khaled Nasr" userId="S::doniametwalli@nu.edu.eg::03d90c96-e6be-471a-afe0-c93dcaf26645" providerId="AD" clId="Web-{499577F5-EAC4-6373-8602-E8F87FD63773}" dt="2024-09-25T13:58:11.322" v="49" actId="1076"/>
          <ac:spMkLst>
            <pc:docMk/>
            <pc:sldMk cId="1927804735" sldId="276"/>
            <ac:spMk id="12" creationId="{00000000-0000-0000-0000-000000000000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3:57:31.165" v="26"/>
          <ac:spMkLst>
            <pc:docMk/>
            <pc:sldMk cId="1927804735" sldId="276"/>
            <ac:spMk id="13" creationId="{00000000-0000-0000-0000-000000000000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3:57:31.165" v="25"/>
          <ac:spMkLst>
            <pc:docMk/>
            <pc:sldMk cId="1927804735" sldId="276"/>
            <ac:spMk id="14" creationId="{00000000-0000-0000-0000-000000000000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3:57:33.493" v="29"/>
          <ac:spMkLst>
            <pc:docMk/>
            <pc:sldMk cId="1927804735" sldId="276"/>
            <ac:spMk id="18" creationId="{34694276-5DBE-56F3-D553-8EE9FD593CB5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3:57:33.493" v="29"/>
          <ac:spMkLst>
            <pc:docMk/>
            <pc:sldMk cId="1927804735" sldId="276"/>
            <ac:spMk id="19" creationId="{5691E73C-13BF-9945-D380-8A5CD0CD8CE0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3:57:33.493" v="29"/>
          <ac:spMkLst>
            <pc:docMk/>
            <pc:sldMk cId="1927804735" sldId="276"/>
            <ac:spMk id="22" creationId="{76DC36A4-96F3-ED79-5D72-8CEE01C73346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3:57:58.556" v="47"/>
          <ac:spMkLst>
            <pc:docMk/>
            <pc:sldMk cId="1927804735" sldId="276"/>
            <ac:spMk id="23" creationId="{A158E119-0D22-A1A1-4761-8499CB97D43E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3:57:33.493" v="29"/>
          <ac:spMkLst>
            <pc:docMk/>
            <pc:sldMk cId="1927804735" sldId="276"/>
            <ac:spMk id="24" creationId="{99B1B04A-CDC9-36F7-47ED-47169F59CB1A}"/>
          </ac:spMkLst>
        </pc:spChg>
        <pc:grpChg chg="del">
          <ac:chgData name="Donia Khaled Nasr" userId="S::doniametwalli@nu.edu.eg::03d90c96-e6be-471a-afe0-c93dcaf26645" providerId="AD" clId="Web-{499577F5-EAC4-6373-8602-E8F87FD63773}" dt="2024-09-25T13:57:31.165" v="28"/>
          <ac:grpSpMkLst>
            <pc:docMk/>
            <pc:sldMk cId="1927804735" sldId="276"/>
            <ac:grpSpMk id="2" creationId="{00000000-0000-0000-0000-000000000000}"/>
          </ac:grpSpMkLst>
        </pc:grpChg>
        <pc:grpChg chg="del">
          <ac:chgData name="Donia Khaled Nasr" userId="S::doniametwalli@nu.edu.eg::03d90c96-e6be-471a-afe0-c93dcaf26645" providerId="AD" clId="Web-{499577F5-EAC4-6373-8602-E8F87FD63773}" dt="2024-09-25T13:57:31.165" v="27"/>
          <ac:grpSpMkLst>
            <pc:docMk/>
            <pc:sldMk cId="1927804735" sldId="276"/>
            <ac:grpSpMk id="5" creationId="{00000000-0000-0000-0000-000000000000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3:57:33.493" v="29"/>
          <ac:grpSpMkLst>
            <pc:docMk/>
            <pc:sldMk cId="1927804735" sldId="276"/>
            <ac:grpSpMk id="9" creationId="{F4A53B4E-F53F-5204-9A0E-BCF79D66DD21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3:57:33.493" v="29"/>
          <ac:grpSpMkLst>
            <pc:docMk/>
            <pc:sldMk cId="1927804735" sldId="276"/>
            <ac:grpSpMk id="10" creationId="{51C854A6-F500-3748-8DEE-6324620B0148}"/>
          </ac:grpSpMkLst>
        </pc:grpChg>
        <pc:picChg chg="ord">
          <ac:chgData name="Donia Khaled Nasr" userId="S::doniametwalli@nu.edu.eg::03d90c96-e6be-471a-afe0-c93dcaf26645" providerId="AD" clId="Web-{499577F5-EAC4-6373-8602-E8F87FD63773}" dt="2024-09-25T13:58:14.338" v="50"/>
          <ac:picMkLst>
            <pc:docMk/>
            <pc:sldMk cId="1927804735" sldId="276"/>
            <ac:picMk id="15" creationId="{D074C527-6D33-C7D2-1E31-ED58FC2C14DD}"/>
          </ac:picMkLst>
        </pc:picChg>
      </pc:sldChg>
      <pc:sldChg chg="addSp delSp modSp">
        <pc:chgData name="Donia Khaled Nasr" userId="S::doniametwalli@nu.edu.eg::03d90c96-e6be-471a-afe0-c93dcaf26645" providerId="AD" clId="Web-{499577F5-EAC4-6373-8602-E8F87FD63773}" dt="2024-09-25T14:02:46.939" v="247"/>
        <pc:sldMkLst>
          <pc:docMk/>
          <pc:sldMk cId="3071661838" sldId="285"/>
        </pc:sldMkLst>
        <pc:spChg chg="add">
          <ac:chgData name="Donia Khaled Nasr" userId="S::doniametwalli@nu.edu.eg::03d90c96-e6be-471a-afe0-c93dcaf26645" providerId="AD" clId="Web-{499577F5-EAC4-6373-8602-E8F87FD63773}" dt="2024-09-25T14:02:46.907" v="244"/>
          <ac:spMkLst>
            <pc:docMk/>
            <pc:sldMk cId="3071661838" sldId="285"/>
            <ac:spMk id="10" creationId="{59D3385F-7A86-08F6-BA69-F43DE24F1E3C}"/>
          </ac:spMkLst>
        </pc:spChg>
        <pc:spChg chg="mod">
          <ac:chgData name="Donia Khaled Nasr" userId="S::doniametwalli@nu.edu.eg::03d90c96-e6be-471a-afe0-c93dcaf26645" providerId="AD" clId="Web-{499577F5-EAC4-6373-8602-E8F87FD63773}" dt="2024-09-25T14:02:43.860" v="238" actId="1076"/>
          <ac:spMkLst>
            <pc:docMk/>
            <pc:sldMk cId="3071661838" sldId="285"/>
            <ac:spMk id="12" creationId="{00000000-0000-0000-0000-000000000000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4:02:46.392" v="241"/>
          <ac:spMkLst>
            <pc:docMk/>
            <pc:sldMk cId="3071661838" sldId="285"/>
            <ac:spMk id="13" creationId="{00000000-0000-0000-0000-000000000000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4:02:46.392" v="240"/>
          <ac:spMkLst>
            <pc:docMk/>
            <pc:sldMk cId="3071661838" sldId="285"/>
            <ac:spMk id="14" creationId="{00000000-0000-0000-0000-000000000000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02:46.939" v="247"/>
          <ac:spMkLst>
            <pc:docMk/>
            <pc:sldMk cId="3071661838" sldId="285"/>
            <ac:spMk id="23" creationId="{8AB0FF3C-B7D8-E3AF-8706-6B017193AA01}"/>
          </ac:spMkLst>
        </pc:spChg>
        <pc:grpChg chg="del">
          <ac:chgData name="Donia Khaled Nasr" userId="S::doniametwalli@nu.edu.eg::03d90c96-e6be-471a-afe0-c93dcaf26645" providerId="AD" clId="Web-{499577F5-EAC4-6373-8602-E8F87FD63773}" dt="2024-09-25T14:02:46.407" v="243"/>
          <ac:grpSpMkLst>
            <pc:docMk/>
            <pc:sldMk cId="3071661838" sldId="285"/>
            <ac:grpSpMk id="2" creationId="{00000000-0000-0000-0000-000000000000}"/>
          </ac:grpSpMkLst>
        </pc:grpChg>
        <pc:grpChg chg="del">
          <ac:chgData name="Donia Khaled Nasr" userId="S::doniametwalli@nu.edu.eg::03d90c96-e6be-471a-afe0-c93dcaf26645" providerId="AD" clId="Web-{499577F5-EAC4-6373-8602-E8F87FD63773}" dt="2024-09-25T14:02:46.392" v="242"/>
          <ac:grpSpMkLst>
            <pc:docMk/>
            <pc:sldMk cId="3071661838" sldId="285"/>
            <ac:grpSpMk id="5" creationId="{00000000-0000-0000-0000-000000000000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02:46.923" v="245"/>
          <ac:grpSpMkLst>
            <pc:docMk/>
            <pc:sldMk cId="3071661838" sldId="285"/>
            <ac:grpSpMk id="17" creationId="{53DAE9D6-92CD-80C5-232C-6B190C9D4C6C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02:46.923" v="246"/>
          <ac:grpSpMkLst>
            <pc:docMk/>
            <pc:sldMk cId="3071661838" sldId="285"/>
            <ac:grpSpMk id="21" creationId="{C24C8918-E5D2-8238-CBA4-427B9AFDCDCA}"/>
          </ac:grpSpMkLst>
        </pc:grpChg>
        <pc:picChg chg="mod">
          <ac:chgData name="Donia Khaled Nasr" userId="S::doniametwalli@nu.edu.eg::03d90c96-e6be-471a-afe0-c93dcaf26645" providerId="AD" clId="Web-{499577F5-EAC4-6373-8602-E8F87FD63773}" dt="2024-09-25T14:02:43.876" v="239" actId="1076"/>
          <ac:picMkLst>
            <pc:docMk/>
            <pc:sldMk cId="3071661838" sldId="285"/>
            <ac:picMk id="9" creationId="{6144E909-2DDF-7A84-AB7D-0B4F796FE616}"/>
          </ac:picMkLst>
        </pc:picChg>
      </pc:sldChg>
      <pc:sldChg chg="addSp delSp">
        <pc:chgData name="Donia Khaled Nasr" userId="S::doniametwalli@nu.edu.eg::03d90c96-e6be-471a-afe0-c93dcaf26645" providerId="AD" clId="Web-{499577F5-EAC4-6373-8602-E8F87FD63773}" dt="2024-09-25T14:02:57.111" v="255"/>
        <pc:sldMkLst>
          <pc:docMk/>
          <pc:sldMk cId="2134360932" sldId="286"/>
        </pc:sldMkLst>
        <pc:spChg chg="add">
          <ac:chgData name="Donia Khaled Nasr" userId="S::doniametwalli@nu.edu.eg::03d90c96-e6be-471a-afe0-c93dcaf26645" providerId="AD" clId="Web-{499577F5-EAC4-6373-8602-E8F87FD63773}" dt="2024-09-25T14:02:57.048" v="252"/>
          <ac:spMkLst>
            <pc:docMk/>
            <pc:sldMk cId="2134360932" sldId="286"/>
            <ac:spMk id="10" creationId="{06D2CDFF-4C00-B478-A10D-860C0A1D4BD6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4:02:56.204" v="249"/>
          <ac:spMkLst>
            <pc:docMk/>
            <pc:sldMk cId="2134360932" sldId="286"/>
            <ac:spMk id="13" creationId="{00000000-0000-0000-0000-000000000000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4:02:56.204" v="248"/>
          <ac:spMkLst>
            <pc:docMk/>
            <pc:sldMk cId="2134360932" sldId="286"/>
            <ac:spMk id="14" creationId="{00000000-0000-0000-0000-000000000000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02:57.111" v="255"/>
          <ac:spMkLst>
            <pc:docMk/>
            <pc:sldMk cId="2134360932" sldId="286"/>
            <ac:spMk id="27" creationId="{C6020847-4C91-9AF6-9B5B-DC27477DA569}"/>
          </ac:spMkLst>
        </pc:spChg>
        <pc:grpChg chg="del">
          <ac:chgData name="Donia Khaled Nasr" userId="S::doniametwalli@nu.edu.eg::03d90c96-e6be-471a-afe0-c93dcaf26645" providerId="AD" clId="Web-{499577F5-EAC4-6373-8602-E8F87FD63773}" dt="2024-09-25T14:02:56.204" v="251"/>
          <ac:grpSpMkLst>
            <pc:docMk/>
            <pc:sldMk cId="2134360932" sldId="286"/>
            <ac:grpSpMk id="2" creationId="{00000000-0000-0000-0000-000000000000}"/>
          </ac:grpSpMkLst>
        </pc:grpChg>
        <pc:grpChg chg="del">
          <ac:chgData name="Donia Khaled Nasr" userId="S::doniametwalli@nu.edu.eg::03d90c96-e6be-471a-afe0-c93dcaf26645" providerId="AD" clId="Web-{499577F5-EAC4-6373-8602-E8F87FD63773}" dt="2024-09-25T14:02:56.204" v="250"/>
          <ac:grpSpMkLst>
            <pc:docMk/>
            <pc:sldMk cId="2134360932" sldId="286"/>
            <ac:grpSpMk id="5" creationId="{00000000-0000-0000-0000-000000000000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02:57.064" v="253"/>
          <ac:grpSpMkLst>
            <pc:docMk/>
            <pc:sldMk cId="2134360932" sldId="286"/>
            <ac:grpSpMk id="18" creationId="{57E1E56C-499F-88CE-3200-E0D49C5AB031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02:57.095" v="254"/>
          <ac:grpSpMkLst>
            <pc:docMk/>
            <pc:sldMk cId="2134360932" sldId="286"/>
            <ac:grpSpMk id="24" creationId="{8DDF9892-B7D6-AC2A-3386-AEC71CB5213A}"/>
          </ac:grpSpMkLst>
        </pc:grpChg>
      </pc:sldChg>
      <pc:sldChg chg="addSp delSp">
        <pc:chgData name="Donia Khaled Nasr" userId="S::doniametwalli@nu.edu.eg::03d90c96-e6be-471a-afe0-c93dcaf26645" providerId="AD" clId="Web-{499577F5-EAC4-6373-8602-E8F87FD63773}" dt="2024-09-25T14:03:11.221" v="263"/>
        <pc:sldMkLst>
          <pc:docMk/>
          <pc:sldMk cId="986155368" sldId="287"/>
        </pc:sldMkLst>
        <pc:spChg chg="add">
          <ac:chgData name="Donia Khaled Nasr" userId="S::doniametwalli@nu.edu.eg::03d90c96-e6be-471a-afe0-c93dcaf26645" providerId="AD" clId="Web-{499577F5-EAC4-6373-8602-E8F87FD63773}" dt="2024-09-25T14:03:11.174" v="260"/>
          <ac:spMkLst>
            <pc:docMk/>
            <pc:sldMk cId="986155368" sldId="287"/>
            <ac:spMk id="11" creationId="{2539263E-8C02-7CBC-C747-6631F25D09F4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4:03:10.580" v="257"/>
          <ac:spMkLst>
            <pc:docMk/>
            <pc:sldMk cId="986155368" sldId="287"/>
            <ac:spMk id="13" creationId="{00000000-0000-0000-0000-000000000000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4:03:10.580" v="256"/>
          <ac:spMkLst>
            <pc:docMk/>
            <pc:sldMk cId="986155368" sldId="287"/>
            <ac:spMk id="14" creationId="{00000000-0000-0000-0000-000000000000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03:11.221" v="263"/>
          <ac:spMkLst>
            <pc:docMk/>
            <pc:sldMk cId="986155368" sldId="287"/>
            <ac:spMk id="26" creationId="{B8510B68-43C5-586A-2AD1-F520033EF5F1}"/>
          </ac:spMkLst>
        </pc:spChg>
        <pc:grpChg chg="del">
          <ac:chgData name="Donia Khaled Nasr" userId="S::doniametwalli@nu.edu.eg::03d90c96-e6be-471a-afe0-c93dcaf26645" providerId="AD" clId="Web-{499577F5-EAC4-6373-8602-E8F87FD63773}" dt="2024-09-25T14:03:10.580" v="259"/>
          <ac:grpSpMkLst>
            <pc:docMk/>
            <pc:sldMk cId="986155368" sldId="287"/>
            <ac:grpSpMk id="2" creationId="{00000000-0000-0000-0000-000000000000}"/>
          </ac:grpSpMkLst>
        </pc:grpChg>
        <pc:grpChg chg="del">
          <ac:chgData name="Donia Khaled Nasr" userId="S::doniametwalli@nu.edu.eg::03d90c96-e6be-471a-afe0-c93dcaf26645" providerId="AD" clId="Web-{499577F5-EAC4-6373-8602-E8F87FD63773}" dt="2024-09-25T14:03:10.580" v="258"/>
          <ac:grpSpMkLst>
            <pc:docMk/>
            <pc:sldMk cId="986155368" sldId="287"/>
            <ac:grpSpMk id="5" creationId="{00000000-0000-0000-0000-000000000000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03:11.189" v="261"/>
          <ac:grpSpMkLst>
            <pc:docMk/>
            <pc:sldMk cId="986155368" sldId="287"/>
            <ac:grpSpMk id="20" creationId="{936DA6BF-4363-BA50-07CC-C35BA824615A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03:11.205" v="262"/>
          <ac:grpSpMkLst>
            <pc:docMk/>
            <pc:sldMk cId="986155368" sldId="287"/>
            <ac:grpSpMk id="24" creationId="{60340E51-665F-75E8-057F-D62BD4B09E3E}"/>
          </ac:grpSpMkLst>
        </pc:grpChg>
      </pc:sldChg>
      <pc:sldChg chg="addSp delSp modSp">
        <pc:chgData name="Donia Khaled Nasr" userId="S::doniametwalli@nu.edu.eg::03d90c96-e6be-471a-afe0-c93dcaf26645" providerId="AD" clId="Web-{499577F5-EAC4-6373-8602-E8F87FD63773}" dt="2024-09-25T14:05:36.584" v="276" actId="1076"/>
        <pc:sldMkLst>
          <pc:docMk/>
          <pc:sldMk cId="3539279342" sldId="288"/>
        </pc:sldMkLst>
        <pc:spChg chg="add">
          <ac:chgData name="Donia Khaled Nasr" userId="S::doniametwalli@nu.edu.eg::03d90c96-e6be-471a-afe0-c93dcaf26645" providerId="AD" clId="Web-{499577F5-EAC4-6373-8602-E8F87FD63773}" dt="2024-09-25T14:03:26.033" v="268"/>
          <ac:spMkLst>
            <pc:docMk/>
            <pc:sldMk cId="3539279342" sldId="288"/>
            <ac:spMk id="9" creationId="{6422BD06-D057-D592-2453-70E7426C5A36}"/>
          </ac:spMkLst>
        </pc:spChg>
        <pc:spChg chg="mod">
          <ac:chgData name="Donia Khaled Nasr" userId="S::doniametwalli@nu.edu.eg::03d90c96-e6be-471a-afe0-c93dcaf26645" providerId="AD" clId="Web-{499577F5-EAC4-6373-8602-E8F87FD63773}" dt="2024-09-25T14:05:36.568" v="275" actId="1076"/>
          <ac:spMkLst>
            <pc:docMk/>
            <pc:sldMk cId="3539279342" sldId="288"/>
            <ac:spMk id="11" creationId="{C7F6205C-9E47-5EA5-E368-3A3442F15BF0}"/>
          </ac:spMkLst>
        </pc:spChg>
        <pc:spChg chg="mod">
          <ac:chgData name="Donia Khaled Nasr" userId="S::doniametwalli@nu.edu.eg::03d90c96-e6be-471a-afe0-c93dcaf26645" providerId="AD" clId="Web-{499577F5-EAC4-6373-8602-E8F87FD63773}" dt="2024-09-25T14:05:36.537" v="272" actId="1076"/>
          <ac:spMkLst>
            <pc:docMk/>
            <pc:sldMk cId="3539279342" sldId="288"/>
            <ac:spMk id="12" creationId="{00000000-0000-0000-0000-000000000000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4:03:25.049" v="265"/>
          <ac:spMkLst>
            <pc:docMk/>
            <pc:sldMk cId="3539279342" sldId="288"/>
            <ac:spMk id="13" creationId="{00000000-0000-0000-0000-000000000000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4:03:25.049" v="264"/>
          <ac:spMkLst>
            <pc:docMk/>
            <pc:sldMk cId="3539279342" sldId="288"/>
            <ac:spMk id="14" creationId="{00000000-0000-0000-0000-000000000000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03:26.080" v="271"/>
          <ac:spMkLst>
            <pc:docMk/>
            <pc:sldMk cId="3539279342" sldId="288"/>
            <ac:spMk id="25" creationId="{439478D4-BCDE-628D-0804-5A6CD6B15E56}"/>
          </ac:spMkLst>
        </pc:spChg>
        <pc:spChg chg="mod">
          <ac:chgData name="Donia Khaled Nasr" userId="S::doniametwalli@nu.edu.eg::03d90c96-e6be-471a-afe0-c93dcaf26645" providerId="AD" clId="Web-{499577F5-EAC4-6373-8602-E8F87FD63773}" dt="2024-09-25T14:05:36.552" v="273" actId="1076"/>
          <ac:spMkLst>
            <pc:docMk/>
            <pc:sldMk cId="3539279342" sldId="288"/>
            <ac:spMk id="33" creationId="{0A199498-8F89-A692-18C2-424F97B4B7CE}"/>
          </ac:spMkLst>
        </pc:spChg>
        <pc:grpChg chg="del">
          <ac:chgData name="Donia Khaled Nasr" userId="S::doniametwalli@nu.edu.eg::03d90c96-e6be-471a-afe0-c93dcaf26645" providerId="AD" clId="Web-{499577F5-EAC4-6373-8602-E8F87FD63773}" dt="2024-09-25T14:03:25.049" v="267"/>
          <ac:grpSpMkLst>
            <pc:docMk/>
            <pc:sldMk cId="3539279342" sldId="288"/>
            <ac:grpSpMk id="2" creationId="{00000000-0000-0000-0000-000000000000}"/>
          </ac:grpSpMkLst>
        </pc:grpChg>
        <pc:grpChg chg="del">
          <ac:chgData name="Donia Khaled Nasr" userId="S::doniametwalli@nu.edu.eg::03d90c96-e6be-471a-afe0-c93dcaf26645" providerId="AD" clId="Web-{499577F5-EAC4-6373-8602-E8F87FD63773}" dt="2024-09-25T14:03:25.049" v="266"/>
          <ac:grpSpMkLst>
            <pc:docMk/>
            <pc:sldMk cId="3539279342" sldId="288"/>
            <ac:grpSpMk id="5" creationId="{00000000-0000-0000-0000-000000000000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03:26.049" v="269"/>
          <ac:grpSpMkLst>
            <pc:docMk/>
            <pc:sldMk cId="3539279342" sldId="288"/>
            <ac:grpSpMk id="19" creationId="{E9665EB5-6009-4CD3-A826-429F9805DFFE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03:26.065" v="270"/>
          <ac:grpSpMkLst>
            <pc:docMk/>
            <pc:sldMk cId="3539279342" sldId="288"/>
            <ac:grpSpMk id="23" creationId="{528BE83F-8E9F-55CE-E091-F6F7DED29422}"/>
          </ac:grpSpMkLst>
        </pc:grpChg>
        <pc:picChg chg="mod">
          <ac:chgData name="Donia Khaled Nasr" userId="S::doniametwalli@nu.edu.eg::03d90c96-e6be-471a-afe0-c93dcaf26645" providerId="AD" clId="Web-{499577F5-EAC4-6373-8602-E8F87FD63773}" dt="2024-09-25T14:05:36.568" v="274" actId="1076"/>
          <ac:picMkLst>
            <pc:docMk/>
            <pc:sldMk cId="3539279342" sldId="288"/>
            <ac:picMk id="10" creationId="{05600FD0-A2A1-2830-0DFD-AB5C4B9568D9}"/>
          </ac:picMkLst>
        </pc:picChg>
        <pc:cxnChg chg="mod">
          <ac:chgData name="Donia Khaled Nasr" userId="S::doniametwalli@nu.edu.eg::03d90c96-e6be-471a-afe0-c93dcaf26645" providerId="AD" clId="Web-{499577F5-EAC4-6373-8602-E8F87FD63773}" dt="2024-09-25T14:05:36.584" v="276" actId="1076"/>
          <ac:cxnSpMkLst>
            <pc:docMk/>
            <pc:sldMk cId="3539279342" sldId="288"/>
            <ac:cxnSpMk id="16" creationId="{7BB4FA77-D758-3E04-A5F9-1AABB977C112}"/>
          </ac:cxnSpMkLst>
        </pc:cxnChg>
      </pc:sldChg>
      <pc:sldChg chg="addSp delSp modSp">
        <pc:chgData name="Donia Khaled Nasr" userId="S::doniametwalli@nu.edu.eg::03d90c96-e6be-471a-afe0-c93dcaf26645" providerId="AD" clId="Web-{499577F5-EAC4-6373-8602-E8F87FD63773}" dt="2024-09-25T14:05:49.881" v="289"/>
        <pc:sldMkLst>
          <pc:docMk/>
          <pc:sldMk cId="1084129049" sldId="289"/>
        </pc:sldMkLst>
        <pc:spChg chg="add">
          <ac:chgData name="Donia Khaled Nasr" userId="S::doniametwalli@nu.edu.eg::03d90c96-e6be-471a-afe0-c93dcaf26645" providerId="AD" clId="Web-{499577F5-EAC4-6373-8602-E8F87FD63773}" dt="2024-09-25T14:05:49.834" v="286"/>
          <ac:spMkLst>
            <pc:docMk/>
            <pc:sldMk cId="1084129049" sldId="289"/>
            <ac:spMk id="10" creationId="{272D8604-272B-6A28-B803-59F750157F8A}"/>
          </ac:spMkLst>
        </pc:spChg>
        <pc:spChg chg="mod">
          <ac:chgData name="Donia Khaled Nasr" userId="S::doniametwalli@nu.edu.eg::03d90c96-e6be-471a-afe0-c93dcaf26645" providerId="AD" clId="Web-{499577F5-EAC4-6373-8602-E8F87FD63773}" dt="2024-09-25T14:05:46.396" v="281" actId="1076"/>
          <ac:spMkLst>
            <pc:docMk/>
            <pc:sldMk cId="1084129049" sldId="289"/>
            <ac:spMk id="11" creationId="{C7F6205C-9E47-5EA5-E368-3A3442F15BF0}"/>
          </ac:spMkLst>
        </pc:spChg>
        <pc:spChg chg="mod">
          <ac:chgData name="Donia Khaled Nasr" userId="S::doniametwalli@nu.edu.eg::03d90c96-e6be-471a-afe0-c93dcaf26645" providerId="AD" clId="Web-{499577F5-EAC4-6373-8602-E8F87FD63773}" dt="2024-09-25T14:05:46.365" v="277" actId="1076"/>
          <ac:spMkLst>
            <pc:docMk/>
            <pc:sldMk cId="1084129049" sldId="289"/>
            <ac:spMk id="12" creationId="{00000000-0000-0000-0000-000000000000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4:05:48.943" v="283"/>
          <ac:spMkLst>
            <pc:docMk/>
            <pc:sldMk cId="1084129049" sldId="289"/>
            <ac:spMk id="13" creationId="{00000000-0000-0000-0000-000000000000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4:05:48.943" v="282"/>
          <ac:spMkLst>
            <pc:docMk/>
            <pc:sldMk cId="1084129049" sldId="289"/>
            <ac:spMk id="14" creationId="{00000000-0000-0000-0000-000000000000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05:49.881" v="289"/>
          <ac:spMkLst>
            <pc:docMk/>
            <pc:sldMk cId="1084129049" sldId="289"/>
            <ac:spMk id="25" creationId="{106DB013-2805-84BF-8849-AD39C5F4BC71}"/>
          </ac:spMkLst>
        </pc:spChg>
        <pc:spChg chg="mod">
          <ac:chgData name="Donia Khaled Nasr" userId="S::doniametwalli@nu.edu.eg::03d90c96-e6be-471a-afe0-c93dcaf26645" providerId="AD" clId="Web-{499577F5-EAC4-6373-8602-E8F87FD63773}" dt="2024-09-25T14:05:46.365" v="278" actId="1076"/>
          <ac:spMkLst>
            <pc:docMk/>
            <pc:sldMk cId="1084129049" sldId="289"/>
            <ac:spMk id="33" creationId="{0A199498-8F89-A692-18C2-424F97B4B7CE}"/>
          </ac:spMkLst>
        </pc:spChg>
        <pc:grpChg chg="del">
          <ac:chgData name="Donia Khaled Nasr" userId="S::doniametwalli@nu.edu.eg::03d90c96-e6be-471a-afe0-c93dcaf26645" providerId="AD" clId="Web-{499577F5-EAC4-6373-8602-E8F87FD63773}" dt="2024-09-25T14:05:48.943" v="285"/>
          <ac:grpSpMkLst>
            <pc:docMk/>
            <pc:sldMk cId="1084129049" sldId="289"/>
            <ac:grpSpMk id="2" creationId="{00000000-0000-0000-0000-000000000000}"/>
          </ac:grpSpMkLst>
        </pc:grpChg>
        <pc:grpChg chg="del">
          <ac:chgData name="Donia Khaled Nasr" userId="S::doniametwalli@nu.edu.eg::03d90c96-e6be-471a-afe0-c93dcaf26645" providerId="AD" clId="Web-{499577F5-EAC4-6373-8602-E8F87FD63773}" dt="2024-09-25T14:05:48.943" v="284"/>
          <ac:grpSpMkLst>
            <pc:docMk/>
            <pc:sldMk cId="1084129049" sldId="289"/>
            <ac:grpSpMk id="5" creationId="{00000000-0000-0000-0000-000000000000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05:49.850" v="287"/>
          <ac:grpSpMkLst>
            <pc:docMk/>
            <pc:sldMk cId="1084129049" sldId="289"/>
            <ac:grpSpMk id="19" creationId="{BDFB4B86-6A7D-E031-4E90-BA905C15ECEC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05:49.865" v="288"/>
          <ac:grpSpMkLst>
            <pc:docMk/>
            <pc:sldMk cId="1084129049" sldId="289"/>
            <ac:grpSpMk id="23" creationId="{D35F5DB7-70C3-2D3F-24EE-F305F23F86FB}"/>
          </ac:grpSpMkLst>
        </pc:grpChg>
        <pc:picChg chg="mod">
          <ac:chgData name="Donia Khaled Nasr" userId="S::doniametwalli@nu.edu.eg::03d90c96-e6be-471a-afe0-c93dcaf26645" providerId="AD" clId="Web-{499577F5-EAC4-6373-8602-E8F87FD63773}" dt="2024-09-25T14:05:46.381" v="280" actId="1076"/>
          <ac:picMkLst>
            <pc:docMk/>
            <pc:sldMk cId="1084129049" sldId="289"/>
            <ac:picMk id="9" creationId="{BAB990E5-252D-7878-294A-4A58CB5BA156}"/>
          </ac:picMkLst>
        </pc:picChg>
        <pc:cxnChg chg="mod">
          <ac:chgData name="Donia Khaled Nasr" userId="S::doniametwalli@nu.edu.eg::03d90c96-e6be-471a-afe0-c93dcaf26645" providerId="AD" clId="Web-{499577F5-EAC4-6373-8602-E8F87FD63773}" dt="2024-09-25T14:05:46.381" v="279" actId="1076"/>
          <ac:cxnSpMkLst>
            <pc:docMk/>
            <pc:sldMk cId="1084129049" sldId="289"/>
            <ac:cxnSpMk id="16" creationId="{7BB4FA77-D758-3E04-A5F9-1AABB977C112}"/>
          </ac:cxnSpMkLst>
        </pc:cxnChg>
      </pc:sldChg>
      <pc:sldChg chg="addSp delSp modSp">
        <pc:chgData name="Donia Khaled Nasr" userId="S::doniametwalli@nu.edu.eg::03d90c96-e6be-471a-afe0-c93dcaf26645" providerId="AD" clId="Web-{499577F5-EAC4-6373-8602-E8F87FD63773}" dt="2024-09-25T14:06:13.585" v="307" actId="20577"/>
        <pc:sldMkLst>
          <pc:docMk/>
          <pc:sldMk cId="632475771" sldId="290"/>
        </pc:sldMkLst>
        <pc:spChg chg="add mod">
          <ac:chgData name="Donia Khaled Nasr" userId="S::doniametwalli@nu.edu.eg::03d90c96-e6be-471a-afe0-c93dcaf26645" providerId="AD" clId="Web-{499577F5-EAC4-6373-8602-E8F87FD63773}" dt="2024-09-25T14:06:13.585" v="307" actId="20577"/>
          <ac:spMkLst>
            <pc:docMk/>
            <pc:sldMk cId="632475771" sldId="290"/>
            <ac:spMk id="9" creationId="{1BF26FA8-9490-C65D-1762-FB0BF3F65BA3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4:06:02.053" v="292"/>
          <ac:spMkLst>
            <pc:docMk/>
            <pc:sldMk cId="632475771" sldId="290"/>
            <ac:spMk id="13" creationId="{00000000-0000-0000-0000-000000000000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4:06:02.053" v="291"/>
          <ac:spMkLst>
            <pc:docMk/>
            <pc:sldMk cId="632475771" sldId="290"/>
            <ac:spMk id="14" creationId="{00000000-0000-0000-0000-000000000000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4:06:02.053" v="290"/>
          <ac:spMkLst>
            <pc:docMk/>
            <pc:sldMk cId="632475771" sldId="290"/>
            <ac:spMk id="17" creationId="{4DC7BC12-2DDE-A228-E2EA-8F2EEAD87BA0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06:03.256" v="298"/>
          <ac:spMkLst>
            <pc:docMk/>
            <pc:sldMk cId="632475771" sldId="290"/>
            <ac:spMk id="28" creationId="{50FC309C-E6E3-DBBE-8BCC-BC76A8FC0E13}"/>
          </ac:spMkLst>
        </pc:spChg>
        <pc:grpChg chg="del">
          <ac:chgData name="Donia Khaled Nasr" userId="S::doniametwalli@nu.edu.eg::03d90c96-e6be-471a-afe0-c93dcaf26645" providerId="AD" clId="Web-{499577F5-EAC4-6373-8602-E8F87FD63773}" dt="2024-09-25T14:06:02.053" v="294"/>
          <ac:grpSpMkLst>
            <pc:docMk/>
            <pc:sldMk cId="632475771" sldId="290"/>
            <ac:grpSpMk id="2" creationId="{00000000-0000-0000-0000-000000000000}"/>
          </ac:grpSpMkLst>
        </pc:grpChg>
        <pc:grpChg chg="del">
          <ac:chgData name="Donia Khaled Nasr" userId="S::doniametwalli@nu.edu.eg::03d90c96-e6be-471a-afe0-c93dcaf26645" providerId="AD" clId="Web-{499577F5-EAC4-6373-8602-E8F87FD63773}" dt="2024-09-25T14:06:02.053" v="293"/>
          <ac:grpSpMkLst>
            <pc:docMk/>
            <pc:sldMk cId="632475771" sldId="290"/>
            <ac:grpSpMk id="5" creationId="{00000000-0000-0000-0000-000000000000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06:03.240" v="296"/>
          <ac:grpSpMkLst>
            <pc:docMk/>
            <pc:sldMk cId="632475771" sldId="290"/>
            <ac:grpSpMk id="19" creationId="{3EB7FA85-6FE9-B704-D223-4B5BF92FF66D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06:03.256" v="297"/>
          <ac:grpSpMkLst>
            <pc:docMk/>
            <pc:sldMk cId="632475771" sldId="290"/>
            <ac:grpSpMk id="25" creationId="{F8E6B0C4-8AD2-37D7-32F3-AF64DDF83372}"/>
          </ac:grpSpMkLst>
        </pc:grpChg>
      </pc:sldChg>
      <pc:sldChg chg="addSp delSp modSp ord">
        <pc:chgData name="Donia Khaled Nasr" userId="S::doniametwalli@nu.edu.eg::03d90c96-e6be-471a-afe0-c93dcaf26645" providerId="AD" clId="Web-{499577F5-EAC4-6373-8602-E8F87FD63773}" dt="2024-09-25T14:07:18.289" v="332" actId="1076"/>
        <pc:sldMkLst>
          <pc:docMk/>
          <pc:sldMk cId="3183055934" sldId="291"/>
        </pc:sldMkLst>
        <pc:spChg chg="add">
          <ac:chgData name="Donia Khaled Nasr" userId="S::doniametwalli@nu.edu.eg::03d90c96-e6be-471a-afe0-c93dcaf26645" providerId="AD" clId="Web-{499577F5-EAC4-6373-8602-E8F87FD63773}" dt="2024-09-25T14:07:11.570" v="328"/>
          <ac:spMkLst>
            <pc:docMk/>
            <pc:sldMk cId="3183055934" sldId="291"/>
            <ac:spMk id="10" creationId="{A265EA80-7A57-17B7-1C32-5CCB84BD744A}"/>
          </ac:spMkLst>
        </pc:spChg>
        <pc:spChg chg="mod">
          <ac:chgData name="Donia Khaled Nasr" userId="S::doniametwalli@nu.edu.eg::03d90c96-e6be-471a-afe0-c93dcaf26645" providerId="AD" clId="Web-{499577F5-EAC4-6373-8602-E8F87FD63773}" dt="2024-09-25T14:07:18.289" v="332" actId="1076"/>
          <ac:spMkLst>
            <pc:docMk/>
            <pc:sldMk cId="3183055934" sldId="291"/>
            <ac:spMk id="12" creationId="{00000000-0000-0000-0000-000000000000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4:07:11.008" v="325"/>
          <ac:spMkLst>
            <pc:docMk/>
            <pc:sldMk cId="3183055934" sldId="291"/>
            <ac:spMk id="13" creationId="{00000000-0000-0000-0000-000000000000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4:07:11.008" v="324"/>
          <ac:spMkLst>
            <pc:docMk/>
            <pc:sldMk cId="3183055934" sldId="291"/>
            <ac:spMk id="14" creationId="{00000000-0000-0000-0000-000000000000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4:07:11.008" v="323"/>
          <ac:spMkLst>
            <pc:docMk/>
            <pc:sldMk cId="3183055934" sldId="291"/>
            <ac:spMk id="17" creationId="{4DC7BC12-2DDE-A228-E2EA-8F2EEAD87BA0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07:11.617" v="331"/>
          <ac:spMkLst>
            <pc:docMk/>
            <pc:sldMk cId="3183055934" sldId="291"/>
            <ac:spMk id="26" creationId="{46630DCE-5EBE-C109-D433-BCCBE8AF23DF}"/>
          </ac:spMkLst>
        </pc:spChg>
        <pc:grpChg chg="del">
          <ac:chgData name="Donia Khaled Nasr" userId="S::doniametwalli@nu.edu.eg::03d90c96-e6be-471a-afe0-c93dcaf26645" providerId="AD" clId="Web-{499577F5-EAC4-6373-8602-E8F87FD63773}" dt="2024-09-25T14:07:11.008" v="327"/>
          <ac:grpSpMkLst>
            <pc:docMk/>
            <pc:sldMk cId="3183055934" sldId="291"/>
            <ac:grpSpMk id="2" creationId="{00000000-0000-0000-0000-000000000000}"/>
          </ac:grpSpMkLst>
        </pc:grpChg>
        <pc:grpChg chg="del">
          <ac:chgData name="Donia Khaled Nasr" userId="S::doniametwalli@nu.edu.eg::03d90c96-e6be-471a-afe0-c93dcaf26645" providerId="AD" clId="Web-{499577F5-EAC4-6373-8602-E8F87FD63773}" dt="2024-09-25T14:07:11.008" v="326"/>
          <ac:grpSpMkLst>
            <pc:docMk/>
            <pc:sldMk cId="3183055934" sldId="291"/>
            <ac:grpSpMk id="5" creationId="{00000000-0000-0000-0000-000000000000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07:11.586" v="329"/>
          <ac:grpSpMkLst>
            <pc:docMk/>
            <pc:sldMk cId="3183055934" sldId="291"/>
            <ac:grpSpMk id="20" creationId="{5164A371-C979-FB0F-DDA5-1C07C588A6D5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07:11.602" v="330"/>
          <ac:grpSpMkLst>
            <pc:docMk/>
            <pc:sldMk cId="3183055934" sldId="291"/>
            <ac:grpSpMk id="24" creationId="{B6D59FCD-7DA1-7A33-F113-F0D9BDA5A48B}"/>
          </ac:grpSpMkLst>
        </pc:grpChg>
      </pc:sldChg>
      <pc:sldChg chg="addSp delSp modSp">
        <pc:chgData name="Donia Khaled Nasr" userId="S::doniametwalli@nu.edu.eg::03d90c96-e6be-471a-afe0-c93dcaf26645" providerId="AD" clId="Web-{499577F5-EAC4-6373-8602-E8F87FD63773}" dt="2024-09-25T14:06:42.616" v="321" actId="14100"/>
        <pc:sldMkLst>
          <pc:docMk/>
          <pc:sldMk cId="2660698402" sldId="292"/>
        </pc:sldMkLst>
        <pc:spChg chg="add mod">
          <ac:chgData name="Donia Khaled Nasr" userId="S::doniametwalli@nu.edu.eg::03d90c96-e6be-471a-afe0-c93dcaf26645" providerId="AD" clId="Web-{499577F5-EAC4-6373-8602-E8F87FD63773}" dt="2024-09-25T14:06:42.616" v="321" actId="14100"/>
          <ac:spMkLst>
            <pc:docMk/>
            <pc:sldMk cId="2660698402" sldId="292"/>
            <ac:spMk id="10" creationId="{562E6648-B401-0E31-0524-98560B95F8AC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4:06:30.491" v="310"/>
          <ac:spMkLst>
            <pc:docMk/>
            <pc:sldMk cId="2660698402" sldId="292"/>
            <ac:spMk id="13" creationId="{00000000-0000-0000-0000-000000000000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4:06:30.491" v="309"/>
          <ac:spMkLst>
            <pc:docMk/>
            <pc:sldMk cId="2660698402" sldId="292"/>
            <ac:spMk id="14" creationId="{00000000-0000-0000-0000-000000000000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4:06:30.491" v="308"/>
          <ac:spMkLst>
            <pc:docMk/>
            <pc:sldMk cId="2660698402" sldId="292"/>
            <ac:spMk id="17" creationId="{4DC7BC12-2DDE-A228-E2EA-8F2EEAD87BA0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06:31.038" v="316"/>
          <ac:spMkLst>
            <pc:docMk/>
            <pc:sldMk cId="2660698402" sldId="292"/>
            <ac:spMk id="25" creationId="{0B82FC25-A5BA-2C27-343C-D33676067D57}"/>
          </ac:spMkLst>
        </pc:spChg>
        <pc:grpChg chg="del">
          <ac:chgData name="Donia Khaled Nasr" userId="S::doniametwalli@nu.edu.eg::03d90c96-e6be-471a-afe0-c93dcaf26645" providerId="AD" clId="Web-{499577F5-EAC4-6373-8602-E8F87FD63773}" dt="2024-09-25T14:06:30.491" v="312"/>
          <ac:grpSpMkLst>
            <pc:docMk/>
            <pc:sldMk cId="2660698402" sldId="292"/>
            <ac:grpSpMk id="2" creationId="{00000000-0000-0000-0000-000000000000}"/>
          </ac:grpSpMkLst>
        </pc:grpChg>
        <pc:grpChg chg="del">
          <ac:chgData name="Donia Khaled Nasr" userId="S::doniametwalli@nu.edu.eg::03d90c96-e6be-471a-afe0-c93dcaf26645" providerId="AD" clId="Web-{499577F5-EAC4-6373-8602-E8F87FD63773}" dt="2024-09-25T14:06:30.491" v="311"/>
          <ac:grpSpMkLst>
            <pc:docMk/>
            <pc:sldMk cId="2660698402" sldId="292"/>
            <ac:grpSpMk id="5" creationId="{00000000-0000-0000-0000-000000000000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06:31.007" v="314"/>
          <ac:grpSpMkLst>
            <pc:docMk/>
            <pc:sldMk cId="2660698402" sldId="292"/>
            <ac:grpSpMk id="19" creationId="{B4C0A790-28F0-A99B-983E-6BF36DBAE874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06:31.022" v="315"/>
          <ac:grpSpMkLst>
            <pc:docMk/>
            <pc:sldMk cId="2660698402" sldId="292"/>
            <ac:grpSpMk id="23" creationId="{F47CF107-CE86-5047-EDDF-2A3550BD7438}"/>
          </ac:grpSpMkLst>
        </pc:grpChg>
      </pc:sldChg>
      <pc:sldChg chg="addSp delSp modSp">
        <pc:chgData name="Donia Khaled Nasr" userId="S::doniametwalli@nu.edu.eg::03d90c96-e6be-471a-afe0-c93dcaf26645" providerId="AD" clId="Web-{499577F5-EAC4-6373-8602-E8F87FD63773}" dt="2024-09-25T14:02:34.860" v="237"/>
        <pc:sldMkLst>
          <pc:docMk/>
          <pc:sldMk cId="1898979779" sldId="293"/>
        </pc:sldMkLst>
        <pc:spChg chg="add">
          <ac:chgData name="Donia Khaled Nasr" userId="S::doniametwalli@nu.edu.eg::03d90c96-e6be-471a-afe0-c93dcaf26645" providerId="AD" clId="Web-{499577F5-EAC4-6373-8602-E8F87FD63773}" dt="2024-09-25T14:02:34.829" v="234"/>
          <ac:spMkLst>
            <pc:docMk/>
            <pc:sldMk cId="1898979779" sldId="293"/>
            <ac:spMk id="9" creationId="{80E75E08-961E-2857-8F8F-588C14FA7C50}"/>
          </ac:spMkLst>
        </pc:spChg>
        <pc:spChg chg="mod">
          <ac:chgData name="Donia Khaled Nasr" userId="S::doniametwalli@nu.edu.eg::03d90c96-e6be-471a-afe0-c93dcaf26645" providerId="AD" clId="Web-{499577F5-EAC4-6373-8602-E8F87FD63773}" dt="2024-09-25T14:02:31.719" v="229" actId="1076"/>
          <ac:spMkLst>
            <pc:docMk/>
            <pc:sldMk cId="1898979779" sldId="293"/>
            <ac:spMk id="12" creationId="{00000000-0000-0000-0000-000000000000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4:02:34.282" v="231"/>
          <ac:spMkLst>
            <pc:docMk/>
            <pc:sldMk cId="1898979779" sldId="293"/>
            <ac:spMk id="13" creationId="{00000000-0000-0000-0000-000000000000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4:02:34.266" v="230"/>
          <ac:spMkLst>
            <pc:docMk/>
            <pc:sldMk cId="1898979779" sldId="293"/>
            <ac:spMk id="14" creationId="{00000000-0000-0000-0000-000000000000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02:34.860" v="237"/>
          <ac:spMkLst>
            <pc:docMk/>
            <pc:sldMk cId="1898979779" sldId="293"/>
            <ac:spMk id="23" creationId="{2A5A07FC-C27A-38D4-DCEB-9033BB7F0DFA}"/>
          </ac:spMkLst>
        </pc:spChg>
        <pc:grpChg chg="del">
          <ac:chgData name="Donia Khaled Nasr" userId="S::doniametwalli@nu.edu.eg::03d90c96-e6be-471a-afe0-c93dcaf26645" providerId="AD" clId="Web-{499577F5-EAC4-6373-8602-E8F87FD63773}" dt="2024-09-25T14:02:34.282" v="233"/>
          <ac:grpSpMkLst>
            <pc:docMk/>
            <pc:sldMk cId="1898979779" sldId="293"/>
            <ac:grpSpMk id="2" creationId="{00000000-0000-0000-0000-000000000000}"/>
          </ac:grpSpMkLst>
        </pc:grpChg>
        <pc:grpChg chg="del">
          <ac:chgData name="Donia Khaled Nasr" userId="S::doniametwalli@nu.edu.eg::03d90c96-e6be-471a-afe0-c93dcaf26645" providerId="AD" clId="Web-{499577F5-EAC4-6373-8602-E8F87FD63773}" dt="2024-09-25T14:02:34.282" v="232"/>
          <ac:grpSpMkLst>
            <pc:docMk/>
            <pc:sldMk cId="1898979779" sldId="293"/>
            <ac:grpSpMk id="5" creationId="{00000000-0000-0000-0000-000000000000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02:34.845" v="235"/>
          <ac:grpSpMkLst>
            <pc:docMk/>
            <pc:sldMk cId="1898979779" sldId="293"/>
            <ac:grpSpMk id="17" creationId="{F720BC7F-DF50-3005-8B52-4368560D0D7A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02:34.845" v="236"/>
          <ac:grpSpMkLst>
            <pc:docMk/>
            <pc:sldMk cId="1898979779" sldId="293"/>
            <ac:grpSpMk id="21" creationId="{62F26DC4-2364-732E-4D79-92F284429285}"/>
          </ac:grpSpMkLst>
        </pc:grpChg>
      </pc:sldChg>
      <pc:sldChg chg="addSp delSp modSp modNotes">
        <pc:chgData name="Donia Khaled Nasr" userId="S::doniametwalli@nu.edu.eg::03d90c96-e6be-471a-afe0-c93dcaf26645" providerId="AD" clId="Web-{499577F5-EAC4-6373-8602-E8F87FD63773}" dt="2024-09-25T14:00:44.060" v="135"/>
        <pc:sldMkLst>
          <pc:docMk/>
          <pc:sldMk cId="1173188841" sldId="294"/>
        </pc:sldMkLst>
        <pc:spChg chg="mod">
          <ac:chgData name="Donia Khaled Nasr" userId="S::doniametwalli@nu.edu.eg::03d90c96-e6be-471a-afe0-c93dcaf26645" providerId="AD" clId="Web-{499577F5-EAC4-6373-8602-E8F87FD63773}" dt="2024-09-25T14:00:28.841" v="121" actId="1076"/>
          <ac:spMkLst>
            <pc:docMk/>
            <pc:sldMk cId="1173188841" sldId="294"/>
            <ac:spMk id="9" creationId="{8B3E74B0-586D-88C9-0A6A-E8B37B309281}"/>
          </ac:spMkLst>
        </pc:spChg>
        <pc:spChg chg="add del mod">
          <ac:chgData name="Donia Khaled Nasr" userId="S::doniametwalli@nu.edu.eg::03d90c96-e6be-471a-afe0-c93dcaf26645" providerId="AD" clId="Web-{499577F5-EAC4-6373-8602-E8F87FD63773}" dt="2024-09-25T14:00:43.732" v="134"/>
          <ac:spMkLst>
            <pc:docMk/>
            <pc:sldMk cId="1173188841" sldId="294"/>
            <ac:spMk id="10" creationId="{7ACA94C7-D0F2-E566-2B01-27667F830878}"/>
          </ac:spMkLst>
        </pc:spChg>
        <pc:spChg chg="del mod">
          <ac:chgData name="Donia Khaled Nasr" userId="S::doniametwalli@nu.edu.eg::03d90c96-e6be-471a-afe0-c93dcaf26645" providerId="AD" clId="Web-{499577F5-EAC4-6373-8602-E8F87FD63773}" dt="2024-09-25T14:00:23.685" v="118"/>
          <ac:spMkLst>
            <pc:docMk/>
            <pc:sldMk cId="1173188841" sldId="294"/>
            <ac:spMk id="11" creationId="{9454A2D4-893D-4698-A475-529CA7409A23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4:00:00.200" v="104"/>
          <ac:spMkLst>
            <pc:docMk/>
            <pc:sldMk cId="1173188841" sldId="294"/>
            <ac:spMk id="13" creationId="{00000000-0000-0000-0000-000000000000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4:00:00.200" v="103"/>
          <ac:spMkLst>
            <pc:docMk/>
            <pc:sldMk cId="1173188841" sldId="294"/>
            <ac:spMk id="14" creationId="{00000000-0000-0000-0000-000000000000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4:00:00.200" v="102"/>
          <ac:spMkLst>
            <pc:docMk/>
            <pc:sldMk cId="1173188841" sldId="294"/>
            <ac:spMk id="23" creationId="{A158E119-0D22-A1A1-4761-8499CB97D43E}"/>
          </ac:spMkLst>
        </pc:spChg>
        <pc:spChg chg="add del">
          <ac:chgData name="Donia Khaled Nasr" userId="S::doniametwalli@nu.edu.eg::03d90c96-e6be-471a-afe0-c93dcaf26645" providerId="AD" clId="Web-{499577F5-EAC4-6373-8602-E8F87FD63773}" dt="2024-09-25T14:00:43.732" v="131"/>
          <ac:spMkLst>
            <pc:docMk/>
            <pc:sldMk cId="1173188841" sldId="294"/>
            <ac:spMk id="24" creationId="{E7B9851E-CD12-AEAF-CE01-EC438EF2A449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00:44.060" v="135"/>
          <ac:spMkLst>
            <pc:docMk/>
            <pc:sldMk cId="1173188841" sldId="294"/>
            <ac:spMk id="25" creationId="{7ACA94C7-D0F2-E566-2B01-27667F830878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00:44.060" v="135"/>
          <ac:spMkLst>
            <pc:docMk/>
            <pc:sldMk cId="1173188841" sldId="294"/>
            <ac:spMk id="28" creationId="{E7B9851E-CD12-AEAF-CE01-EC438EF2A449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00:44.060" v="135"/>
          <ac:spMkLst>
            <pc:docMk/>
            <pc:sldMk cId="1173188841" sldId="294"/>
            <ac:spMk id="29" creationId="{B33383BB-9309-8160-391D-D6CEE3DBF872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00:44.060" v="135"/>
          <ac:spMkLst>
            <pc:docMk/>
            <pc:sldMk cId="1173188841" sldId="294"/>
            <ac:spMk id="30" creationId="{6657C2A6-B960-116F-BED4-ADC4D9C56B64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00:44.060" v="135"/>
          <ac:spMkLst>
            <pc:docMk/>
            <pc:sldMk cId="1173188841" sldId="294"/>
            <ac:spMk id="31" creationId="{67D15B9E-026F-BA6D-DBFA-984E7C6CCFD4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00:44.060" v="135"/>
          <ac:spMkLst>
            <pc:docMk/>
            <pc:sldMk cId="1173188841" sldId="294"/>
            <ac:spMk id="32" creationId="{4C64DE60-6913-DB82-B4AF-97DB1127E946}"/>
          </ac:spMkLst>
        </pc:spChg>
        <pc:grpChg chg="del">
          <ac:chgData name="Donia Khaled Nasr" userId="S::doniametwalli@nu.edu.eg::03d90c96-e6be-471a-afe0-c93dcaf26645" providerId="AD" clId="Web-{499577F5-EAC4-6373-8602-E8F87FD63773}" dt="2024-09-25T14:00:00.200" v="106"/>
          <ac:grpSpMkLst>
            <pc:docMk/>
            <pc:sldMk cId="1173188841" sldId="294"/>
            <ac:grpSpMk id="2" creationId="{00000000-0000-0000-0000-000000000000}"/>
          </ac:grpSpMkLst>
        </pc:grpChg>
        <pc:grpChg chg="del">
          <ac:chgData name="Donia Khaled Nasr" userId="S::doniametwalli@nu.edu.eg::03d90c96-e6be-471a-afe0-c93dcaf26645" providerId="AD" clId="Web-{499577F5-EAC4-6373-8602-E8F87FD63773}" dt="2024-09-25T14:00:00.200" v="105"/>
          <ac:grpSpMkLst>
            <pc:docMk/>
            <pc:sldMk cId="1173188841" sldId="294"/>
            <ac:grpSpMk id="5" creationId="{00000000-0000-0000-0000-000000000000}"/>
          </ac:grpSpMkLst>
        </pc:grpChg>
        <pc:grpChg chg="add del">
          <ac:chgData name="Donia Khaled Nasr" userId="S::doniametwalli@nu.edu.eg::03d90c96-e6be-471a-afe0-c93dcaf26645" providerId="AD" clId="Web-{499577F5-EAC4-6373-8602-E8F87FD63773}" dt="2024-09-25T14:00:43.732" v="133"/>
          <ac:grpSpMkLst>
            <pc:docMk/>
            <pc:sldMk cId="1173188841" sldId="294"/>
            <ac:grpSpMk id="17" creationId="{77F61864-91F3-C900-E8F7-A126933C23F3}"/>
          </ac:grpSpMkLst>
        </pc:grpChg>
        <pc:grpChg chg="add del">
          <ac:chgData name="Donia Khaled Nasr" userId="S::doniametwalli@nu.edu.eg::03d90c96-e6be-471a-afe0-c93dcaf26645" providerId="AD" clId="Web-{499577F5-EAC4-6373-8602-E8F87FD63773}" dt="2024-09-25T14:00:43.732" v="132"/>
          <ac:grpSpMkLst>
            <pc:docMk/>
            <pc:sldMk cId="1173188841" sldId="294"/>
            <ac:grpSpMk id="21" creationId="{3782914C-FDA1-8214-D5BC-9895FAA8DAB8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00:44.060" v="135"/>
          <ac:grpSpMkLst>
            <pc:docMk/>
            <pc:sldMk cId="1173188841" sldId="294"/>
            <ac:grpSpMk id="26" creationId="{77F61864-91F3-C900-E8F7-A126933C23F3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00:44.060" v="135"/>
          <ac:grpSpMkLst>
            <pc:docMk/>
            <pc:sldMk cId="1173188841" sldId="294"/>
            <ac:grpSpMk id="27" creationId="{3782914C-FDA1-8214-D5BC-9895FAA8DAB8}"/>
          </ac:grpSpMkLst>
        </pc:grpChg>
      </pc:sldChg>
      <pc:sldChg chg="addSp delSp modSp delAnim modNotes">
        <pc:chgData name="Donia Khaled Nasr" userId="S::doniametwalli@nu.edu.eg::03d90c96-e6be-471a-afe0-c93dcaf26645" providerId="AD" clId="Web-{499577F5-EAC4-6373-8602-E8F87FD63773}" dt="2024-09-25T13:59:24.262" v="81"/>
        <pc:sldMkLst>
          <pc:docMk/>
          <pc:sldMk cId="3959245580" sldId="295"/>
        </pc:sldMkLst>
        <pc:spChg chg="del mod">
          <ac:chgData name="Donia Khaled Nasr" userId="S::doniametwalli@nu.edu.eg::03d90c96-e6be-471a-afe0-c93dcaf26645" providerId="AD" clId="Web-{499577F5-EAC4-6373-8602-E8F87FD63773}" dt="2024-09-25T13:59:08.355" v="79"/>
          <ac:spMkLst>
            <pc:docMk/>
            <pc:sldMk cId="3959245580" sldId="295"/>
            <ac:spMk id="8" creationId="{FED97E66-07B9-2DEE-C935-E87DC2C06BDE}"/>
          </ac:spMkLst>
        </pc:spChg>
        <pc:spChg chg="add mod">
          <ac:chgData name="Donia Khaled Nasr" userId="S::doniametwalli@nu.edu.eg::03d90c96-e6be-471a-afe0-c93dcaf26645" providerId="AD" clId="Web-{499577F5-EAC4-6373-8602-E8F87FD63773}" dt="2024-09-25T13:58:42.745" v="77" actId="14100"/>
          <ac:spMkLst>
            <pc:docMk/>
            <pc:sldMk cId="3959245580" sldId="295"/>
            <ac:spMk id="9" creationId="{DBA524FE-318B-67DA-A005-1AC13B3DDB38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3:58:23.104" v="53"/>
          <ac:spMkLst>
            <pc:docMk/>
            <pc:sldMk cId="3959245580" sldId="295"/>
            <ac:spMk id="13" creationId="{00000000-0000-0000-0000-000000000000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3:58:23.104" v="52"/>
          <ac:spMkLst>
            <pc:docMk/>
            <pc:sldMk cId="3959245580" sldId="295"/>
            <ac:spMk id="14" creationId="{00000000-0000-0000-0000-000000000000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3:58:23.854" v="56"/>
          <ac:spMkLst>
            <pc:docMk/>
            <pc:sldMk cId="3959245580" sldId="295"/>
            <ac:spMk id="18" creationId="{FAD3268E-F1F4-76C0-8492-A7DE90F8181F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3:58:23.854" v="56"/>
          <ac:spMkLst>
            <pc:docMk/>
            <pc:sldMk cId="3959245580" sldId="295"/>
            <ac:spMk id="19" creationId="{34694276-5DBE-56F3-D553-8EE9FD593CB5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3:58:23.854" v="56"/>
          <ac:spMkLst>
            <pc:docMk/>
            <pc:sldMk cId="3959245580" sldId="295"/>
            <ac:spMk id="22" creationId="{5691E73C-13BF-9945-D380-8A5CD0CD8CE0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3:58:23.104" v="51"/>
          <ac:spMkLst>
            <pc:docMk/>
            <pc:sldMk cId="3959245580" sldId="295"/>
            <ac:spMk id="23" creationId="{A158E119-0D22-A1A1-4761-8499CB97D43E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3:58:23.854" v="56"/>
          <ac:spMkLst>
            <pc:docMk/>
            <pc:sldMk cId="3959245580" sldId="295"/>
            <ac:spMk id="24" creationId="{76DC36A4-96F3-ED79-5D72-8CEE01C73346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3:58:23.854" v="56"/>
          <ac:spMkLst>
            <pc:docMk/>
            <pc:sldMk cId="3959245580" sldId="295"/>
            <ac:spMk id="25" creationId="{99B1B04A-CDC9-36F7-47ED-47169F59CB1A}"/>
          </ac:spMkLst>
        </pc:spChg>
        <pc:grpChg chg="del">
          <ac:chgData name="Donia Khaled Nasr" userId="S::doniametwalli@nu.edu.eg::03d90c96-e6be-471a-afe0-c93dcaf26645" providerId="AD" clId="Web-{499577F5-EAC4-6373-8602-E8F87FD63773}" dt="2024-09-25T13:58:23.104" v="55"/>
          <ac:grpSpMkLst>
            <pc:docMk/>
            <pc:sldMk cId="3959245580" sldId="295"/>
            <ac:grpSpMk id="2" creationId="{00000000-0000-0000-0000-000000000000}"/>
          </ac:grpSpMkLst>
        </pc:grpChg>
        <pc:grpChg chg="del">
          <ac:chgData name="Donia Khaled Nasr" userId="S::doniametwalli@nu.edu.eg::03d90c96-e6be-471a-afe0-c93dcaf26645" providerId="AD" clId="Web-{499577F5-EAC4-6373-8602-E8F87FD63773}" dt="2024-09-25T13:58:23.104" v="54"/>
          <ac:grpSpMkLst>
            <pc:docMk/>
            <pc:sldMk cId="3959245580" sldId="295"/>
            <ac:grpSpMk id="5" creationId="{00000000-0000-0000-0000-000000000000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3:58:23.854" v="56"/>
          <ac:grpSpMkLst>
            <pc:docMk/>
            <pc:sldMk cId="3959245580" sldId="295"/>
            <ac:grpSpMk id="10" creationId="{F4A53B4E-F53F-5204-9A0E-BCF79D66DD21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3:58:23.854" v="56"/>
          <ac:grpSpMkLst>
            <pc:docMk/>
            <pc:sldMk cId="3959245580" sldId="295"/>
            <ac:grpSpMk id="11" creationId="{51C854A6-F500-3748-8DEE-6324620B0148}"/>
          </ac:grpSpMkLst>
        </pc:grpChg>
      </pc:sldChg>
      <pc:sldChg chg="addSp delSp modSp">
        <pc:chgData name="Donia Khaled Nasr" userId="S::doniametwalli@nu.edu.eg::03d90c96-e6be-471a-afe0-c93dcaf26645" providerId="AD" clId="Web-{499577F5-EAC4-6373-8602-E8F87FD63773}" dt="2024-09-25T13:59:49.122" v="101" actId="20577"/>
        <pc:sldMkLst>
          <pc:docMk/>
          <pc:sldMk cId="1521802347" sldId="296"/>
        </pc:sldMkLst>
        <pc:spChg chg="add mod">
          <ac:chgData name="Donia Khaled Nasr" userId="S::doniametwalli@nu.edu.eg::03d90c96-e6be-471a-afe0-c93dcaf26645" providerId="AD" clId="Web-{499577F5-EAC4-6373-8602-E8F87FD63773}" dt="2024-09-25T13:59:49.122" v="101" actId="20577"/>
          <ac:spMkLst>
            <pc:docMk/>
            <pc:sldMk cId="1521802347" sldId="296"/>
            <ac:spMk id="9" creationId="{AC3ADEE7-D089-D37A-482B-B21A27724295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3:59:40.309" v="84"/>
          <ac:spMkLst>
            <pc:docMk/>
            <pc:sldMk cId="1521802347" sldId="296"/>
            <ac:spMk id="13" creationId="{00000000-0000-0000-0000-000000000000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3:59:40.309" v="83"/>
          <ac:spMkLst>
            <pc:docMk/>
            <pc:sldMk cId="1521802347" sldId="296"/>
            <ac:spMk id="14" creationId="{00000000-0000-0000-0000-000000000000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3:59:41.981" v="90"/>
          <ac:spMkLst>
            <pc:docMk/>
            <pc:sldMk cId="1521802347" sldId="296"/>
            <ac:spMk id="22" creationId="{4B256AD7-F045-7009-6D4C-8C74DBA646FA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3:59:40.309" v="82"/>
          <ac:spMkLst>
            <pc:docMk/>
            <pc:sldMk cId="1521802347" sldId="296"/>
            <ac:spMk id="23" creationId="{A158E119-0D22-A1A1-4761-8499CB97D43E}"/>
          </ac:spMkLst>
        </pc:spChg>
        <pc:grpChg chg="del">
          <ac:chgData name="Donia Khaled Nasr" userId="S::doniametwalli@nu.edu.eg::03d90c96-e6be-471a-afe0-c93dcaf26645" providerId="AD" clId="Web-{499577F5-EAC4-6373-8602-E8F87FD63773}" dt="2024-09-25T13:59:40.309" v="86"/>
          <ac:grpSpMkLst>
            <pc:docMk/>
            <pc:sldMk cId="1521802347" sldId="296"/>
            <ac:grpSpMk id="2" creationId="{00000000-0000-0000-0000-000000000000}"/>
          </ac:grpSpMkLst>
        </pc:grpChg>
        <pc:grpChg chg="del">
          <ac:chgData name="Donia Khaled Nasr" userId="S::doniametwalli@nu.edu.eg::03d90c96-e6be-471a-afe0-c93dcaf26645" providerId="AD" clId="Web-{499577F5-EAC4-6373-8602-E8F87FD63773}" dt="2024-09-25T13:59:40.309" v="85"/>
          <ac:grpSpMkLst>
            <pc:docMk/>
            <pc:sldMk cId="1521802347" sldId="296"/>
            <ac:grpSpMk id="5" creationId="{00000000-0000-0000-0000-000000000000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3:59:41.918" v="88"/>
          <ac:grpSpMkLst>
            <pc:docMk/>
            <pc:sldMk cId="1521802347" sldId="296"/>
            <ac:grpSpMk id="16" creationId="{F7C53214-6991-3EAF-E2B7-6449AEDA4536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3:59:41.950" v="89"/>
          <ac:grpSpMkLst>
            <pc:docMk/>
            <pc:sldMk cId="1521802347" sldId="296"/>
            <ac:grpSpMk id="20" creationId="{B2916911-9930-3F80-F07D-9B5DA4A368A2}"/>
          </ac:grpSpMkLst>
        </pc:grpChg>
      </pc:sldChg>
      <pc:sldChg chg="addSp delSp">
        <pc:chgData name="Donia Khaled Nasr" userId="S::doniametwalli@nu.edu.eg::03d90c96-e6be-471a-afe0-c93dcaf26645" providerId="AD" clId="Web-{499577F5-EAC4-6373-8602-E8F87FD63773}" dt="2024-09-25T14:07:29.758" v="341"/>
        <pc:sldMkLst>
          <pc:docMk/>
          <pc:sldMk cId="196983374" sldId="297"/>
        </pc:sldMkLst>
        <pc:spChg chg="add">
          <ac:chgData name="Donia Khaled Nasr" userId="S::doniametwalli@nu.edu.eg::03d90c96-e6be-471a-afe0-c93dcaf26645" providerId="AD" clId="Web-{499577F5-EAC4-6373-8602-E8F87FD63773}" dt="2024-09-25T14:07:29.696" v="338"/>
          <ac:spMkLst>
            <pc:docMk/>
            <pc:sldMk cId="196983374" sldId="297"/>
            <ac:spMk id="9" creationId="{FCB51FE5-EAE8-8DB5-F6E8-B312CC92AE27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4:07:29.618" v="335"/>
          <ac:spMkLst>
            <pc:docMk/>
            <pc:sldMk cId="196983374" sldId="297"/>
            <ac:spMk id="13" creationId="{00000000-0000-0000-0000-000000000000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4:07:29.618" v="334"/>
          <ac:spMkLst>
            <pc:docMk/>
            <pc:sldMk cId="196983374" sldId="297"/>
            <ac:spMk id="14" creationId="{00000000-0000-0000-0000-000000000000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4:07:29.618" v="333"/>
          <ac:spMkLst>
            <pc:docMk/>
            <pc:sldMk cId="196983374" sldId="297"/>
            <ac:spMk id="17" creationId="{4DC7BC12-2DDE-A228-E2EA-8F2EEAD87BA0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07:29.758" v="341"/>
          <ac:spMkLst>
            <pc:docMk/>
            <pc:sldMk cId="196983374" sldId="297"/>
            <ac:spMk id="29" creationId="{DDEAD913-C76C-AE75-141E-51BBF0D683C1}"/>
          </ac:spMkLst>
        </pc:spChg>
        <pc:grpChg chg="del">
          <ac:chgData name="Donia Khaled Nasr" userId="S::doniametwalli@nu.edu.eg::03d90c96-e6be-471a-afe0-c93dcaf26645" providerId="AD" clId="Web-{499577F5-EAC4-6373-8602-E8F87FD63773}" dt="2024-09-25T14:07:29.618" v="337"/>
          <ac:grpSpMkLst>
            <pc:docMk/>
            <pc:sldMk cId="196983374" sldId="297"/>
            <ac:grpSpMk id="2" creationId="{00000000-0000-0000-0000-000000000000}"/>
          </ac:grpSpMkLst>
        </pc:grpChg>
        <pc:grpChg chg="del">
          <ac:chgData name="Donia Khaled Nasr" userId="S::doniametwalli@nu.edu.eg::03d90c96-e6be-471a-afe0-c93dcaf26645" providerId="AD" clId="Web-{499577F5-EAC4-6373-8602-E8F87FD63773}" dt="2024-09-25T14:07:29.618" v="336"/>
          <ac:grpSpMkLst>
            <pc:docMk/>
            <pc:sldMk cId="196983374" sldId="297"/>
            <ac:grpSpMk id="5" creationId="{00000000-0000-0000-0000-000000000000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07:29.711" v="339"/>
          <ac:grpSpMkLst>
            <pc:docMk/>
            <pc:sldMk cId="196983374" sldId="297"/>
            <ac:grpSpMk id="19" creationId="{1BF554AC-316C-8CC3-9252-EB591F27DC09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07:29.743" v="340"/>
          <ac:grpSpMkLst>
            <pc:docMk/>
            <pc:sldMk cId="196983374" sldId="297"/>
            <ac:grpSpMk id="25" creationId="{D35079CD-1AAE-65D6-284B-802601775BD9}"/>
          </ac:grpSpMkLst>
        </pc:grpChg>
      </pc:sldChg>
      <pc:sldChg chg="addSp delSp modSp">
        <pc:chgData name="Donia Khaled Nasr" userId="S::doniametwalli@nu.edu.eg::03d90c96-e6be-471a-afe0-c93dcaf26645" providerId="AD" clId="Web-{499577F5-EAC4-6373-8602-E8F87FD63773}" dt="2024-09-25T14:08:13.791" v="370" actId="1076"/>
        <pc:sldMkLst>
          <pc:docMk/>
          <pc:sldMk cId="4024925754" sldId="298"/>
        </pc:sldMkLst>
        <pc:spChg chg="add mod">
          <ac:chgData name="Donia Khaled Nasr" userId="S::doniametwalli@nu.edu.eg::03d90c96-e6be-471a-afe0-c93dcaf26645" providerId="AD" clId="Web-{499577F5-EAC4-6373-8602-E8F87FD63773}" dt="2024-09-25T14:08:13.791" v="370" actId="1076"/>
          <ac:spMkLst>
            <pc:docMk/>
            <pc:sldMk cId="4024925754" sldId="298"/>
            <ac:spMk id="9" creationId="{9A4DCB40-8667-79DC-5342-77F769C23477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4:07:38.259" v="344"/>
          <ac:spMkLst>
            <pc:docMk/>
            <pc:sldMk cId="4024925754" sldId="298"/>
            <ac:spMk id="13" creationId="{00000000-0000-0000-0000-000000000000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4:07:38.259" v="343"/>
          <ac:spMkLst>
            <pc:docMk/>
            <pc:sldMk cId="4024925754" sldId="298"/>
            <ac:spMk id="14" creationId="{00000000-0000-0000-0000-000000000000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4:07:38.259" v="342"/>
          <ac:spMkLst>
            <pc:docMk/>
            <pc:sldMk cId="4024925754" sldId="298"/>
            <ac:spMk id="17" creationId="{4DC7BC12-2DDE-A228-E2EA-8F2EEAD87BA0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07:38.884" v="350"/>
          <ac:spMkLst>
            <pc:docMk/>
            <pc:sldMk cId="4024925754" sldId="298"/>
            <ac:spMk id="25" creationId="{C3ED4261-03A6-131D-B1E8-87BD07415AE8}"/>
          </ac:spMkLst>
        </pc:spChg>
        <pc:grpChg chg="del">
          <ac:chgData name="Donia Khaled Nasr" userId="S::doniametwalli@nu.edu.eg::03d90c96-e6be-471a-afe0-c93dcaf26645" providerId="AD" clId="Web-{499577F5-EAC4-6373-8602-E8F87FD63773}" dt="2024-09-25T14:07:38.259" v="346"/>
          <ac:grpSpMkLst>
            <pc:docMk/>
            <pc:sldMk cId="4024925754" sldId="298"/>
            <ac:grpSpMk id="2" creationId="{00000000-0000-0000-0000-000000000000}"/>
          </ac:grpSpMkLst>
        </pc:grpChg>
        <pc:grpChg chg="del">
          <ac:chgData name="Donia Khaled Nasr" userId="S::doniametwalli@nu.edu.eg::03d90c96-e6be-471a-afe0-c93dcaf26645" providerId="AD" clId="Web-{499577F5-EAC4-6373-8602-E8F87FD63773}" dt="2024-09-25T14:07:38.259" v="345"/>
          <ac:grpSpMkLst>
            <pc:docMk/>
            <pc:sldMk cId="4024925754" sldId="298"/>
            <ac:grpSpMk id="5" creationId="{00000000-0000-0000-0000-000000000000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07:38.821" v="348"/>
          <ac:grpSpMkLst>
            <pc:docMk/>
            <pc:sldMk cId="4024925754" sldId="298"/>
            <ac:grpSpMk id="16" creationId="{C9804569-96FE-ECC3-E8B7-CB1577830148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07:38.852" v="349"/>
          <ac:grpSpMkLst>
            <pc:docMk/>
            <pc:sldMk cId="4024925754" sldId="298"/>
            <ac:grpSpMk id="22" creationId="{1833B917-947D-4AA7-76E3-73AA9C8287E8}"/>
          </ac:grpSpMkLst>
        </pc:grpChg>
      </pc:sldChg>
      <pc:sldChg chg="addSp delSp modSp">
        <pc:chgData name="Donia Khaled Nasr" userId="S::doniametwalli@nu.edu.eg::03d90c96-e6be-471a-afe0-c93dcaf26645" providerId="AD" clId="Web-{499577F5-EAC4-6373-8602-E8F87FD63773}" dt="2024-09-25T14:08:32.072" v="381"/>
        <pc:sldMkLst>
          <pc:docMk/>
          <pc:sldMk cId="1904178505" sldId="299"/>
        </pc:sldMkLst>
        <pc:spChg chg="add">
          <ac:chgData name="Donia Khaled Nasr" userId="S::doniametwalli@nu.edu.eg::03d90c96-e6be-471a-afe0-c93dcaf26645" providerId="AD" clId="Web-{499577F5-EAC4-6373-8602-E8F87FD63773}" dt="2024-09-25T14:08:31.369" v="378"/>
          <ac:spMkLst>
            <pc:docMk/>
            <pc:sldMk cId="1904178505" sldId="299"/>
            <ac:spMk id="9" creationId="{779962CC-2F2C-2D79-5E43-BB1420760807}"/>
          </ac:spMkLst>
        </pc:spChg>
        <pc:spChg chg="mod">
          <ac:chgData name="Donia Khaled Nasr" userId="S::doniametwalli@nu.edu.eg::03d90c96-e6be-471a-afe0-c93dcaf26645" providerId="AD" clId="Web-{499577F5-EAC4-6373-8602-E8F87FD63773}" dt="2024-09-25T14:08:22.557" v="371" actId="1076"/>
          <ac:spMkLst>
            <pc:docMk/>
            <pc:sldMk cId="1904178505" sldId="299"/>
            <ac:spMk id="11" creationId="{D0AEDBD8-B9E9-4CA0-12C2-96E861F180AB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4:08:30.666" v="375"/>
          <ac:spMkLst>
            <pc:docMk/>
            <pc:sldMk cId="1904178505" sldId="299"/>
            <ac:spMk id="13" creationId="{00000000-0000-0000-0000-000000000000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4:08:30.666" v="374"/>
          <ac:spMkLst>
            <pc:docMk/>
            <pc:sldMk cId="1904178505" sldId="299"/>
            <ac:spMk id="14" creationId="{00000000-0000-0000-0000-000000000000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4:08:30.666" v="373"/>
          <ac:spMkLst>
            <pc:docMk/>
            <pc:sldMk cId="1904178505" sldId="299"/>
            <ac:spMk id="17" creationId="{4DC7BC12-2DDE-A228-E2EA-8F2EEAD87BA0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08:32.072" v="381"/>
          <ac:spMkLst>
            <pc:docMk/>
            <pc:sldMk cId="1904178505" sldId="299"/>
            <ac:spMk id="24" creationId="{9ACBE99A-DB29-BF42-9723-8BDBBFDD3FBF}"/>
          </ac:spMkLst>
        </pc:spChg>
        <pc:grpChg chg="del">
          <ac:chgData name="Donia Khaled Nasr" userId="S::doniametwalli@nu.edu.eg::03d90c96-e6be-471a-afe0-c93dcaf26645" providerId="AD" clId="Web-{499577F5-EAC4-6373-8602-E8F87FD63773}" dt="2024-09-25T14:08:30.666" v="377"/>
          <ac:grpSpMkLst>
            <pc:docMk/>
            <pc:sldMk cId="1904178505" sldId="299"/>
            <ac:grpSpMk id="2" creationId="{00000000-0000-0000-0000-000000000000}"/>
          </ac:grpSpMkLst>
        </pc:grpChg>
        <pc:grpChg chg="del">
          <ac:chgData name="Donia Khaled Nasr" userId="S::doniametwalli@nu.edu.eg::03d90c96-e6be-471a-afe0-c93dcaf26645" providerId="AD" clId="Web-{499577F5-EAC4-6373-8602-E8F87FD63773}" dt="2024-09-25T14:08:30.666" v="376"/>
          <ac:grpSpMkLst>
            <pc:docMk/>
            <pc:sldMk cId="1904178505" sldId="299"/>
            <ac:grpSpMk id="5" creationId="{00000000-0000-0000-0000-000000000000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08:31.510" v="379"/>
          <ac:grpSpMkLst>
            <pc:docMk/>
            <pc:sldMk cId="1904178505" sldId="299"/>
            <ac:grpSpMk id="16" creationId="{BF8A5A7F-1EBC-202A-3D21-7E1828B1A189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08:32.057" v="380"/>
          <ac:grpSpMkLst>
            <pc:docMk/>
            <pc:sldMk cId="1904178505" sldId="299"/>
            <ac:grpSpMk id="22" creationId="{18FE33F6-980B-A37B-6BAB-77C5948E4B83}"/>
          </ac:grpSpMkLst>
        </pc:grpChg>
        <pc:picChg chg="mod">
          <ac:chgData name="Donia Khaled Nasr" userId="S::doniametwalli@nu.edu.eg::03d90c96-e6be-471a-afe0-c93dcaf26645" providerId="AD" clId="Web-{499577F5-EAC4-6373-8602-E8F87FD63773}" dt="2024-09-25T14:08:22.791" v="372" actId="1076"/>
          <ac:picMkLst>
            <pc:docMk/>
            <pc:sldMk cId="1904178505" sldId="299"/>
            <ac:picMk id="18" creationId="{E7D85F6A-5F4C-BE7F-6F2B-68FDFE1DDC79}"/>
          </ac:picMkLst>
        </pc:picChg>
      </pc:sldChg>
      <pc:sldChg chg="addSp modSp">
        <pc:chgData name="Donia Khaled Nasr" userId="S::doniametwalli@nu.edu.eg::03d90c96-e6be-471a-afe0-c93dcaf26645" providerId="AD" clId="Web-{499577F5-EAC4-6373-8602-E8F87FD63773}" dt="2024-09-25T14:17:08.507" v="392" actId="20577"/>
        <pc:sldMkLst>
          <pc:docMk/>
          <pc:sldMk cId="0" sldId="300"/>
        </pc:sldMkLst>
        <pc:spChg chg="add mod">
          <ac:chgData name="Donia Khaled Nasr" userId="S::doniametwalli@nu.edu.eg::03d90c96-e6be-471a-afe0-c93dcaf26645" providerId="AD" clId="Web-{499577F5-EAC4-6373-8602-E8F87FD63773}" dt="2024-09-25T14:17:08.507" v="392" actId="20577"/>
          <ac:spMkLst>
            <pc:docMk/>
            <pc:sldMk cId="0" sldId="300"/>
            <ac:spMk id="8" creationId="{2D1D58FA-349A-53CE-BFE5-65E45A7F7630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16:59.007" v="390"/>
          <ac:spMkLst>
            <pc:docMk/>
            <pc:sldMk cId="0" sldId="300"/>
            <ac:spMk id="12" creationId="{F48CB38B-E68F-F662-53C5-F8FB29C55711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16:59.007" v="390"/>
          <ac:spMkLst>
            <pc:docMk/>
            <pc:sldMk cId="0" sldId="300"/>
            <ac:spMk id="14" creationId="{6B85457B-76D7-62F5-5890-0DA93BE9C90F}"/>
          </ac:spMkLst>
        </pc:spChg>
      </pc:sldChg>
      <pc:sldChg chg="addSp delSp modSp">
        <pc:chgData name="Donia Khaled Nasr" userId="S::doniametwalli@nu.edu.eg::03d90c96-e6be-471a-afe0-c93dcaf26645" providerId="AD" clId="Web-{499577F5-EAC4-6373-8602-E8F87FD63773}" dt="2024-09-25T14:02:20.938" v="228" actId="20577"/>
        <pc:sldMkLst>
          <pc:docMk/>
          <pc:sldMk cId="2144740018" sldId="302"/>
        </pc:sldMkLst>
        <pc:spChg chg="add del mod">
          <ac:chgData name="Donia Khaled Nasr" userId="S::doniametwalli@nu.edu.eg::03d90c96-e6be-471a-afe0-c93dcaf26645" providerId="AD" clId="Web-{499577F5-EAC4-6373-8602-E8F87FD63773}" dt="2024-09-25T14:02:08.719" v="210"/>
          <ac:spMkLst>
            <pc:docMk/>
            <pc:sldMk cId="2144740018" sldId="302"/>
            <ac:spMk id="9" creationId="{0CEFEBA1-9785-2206-2468-5D38BC16AA11}"/>
          </ac:spMkLst>
        </pc:spChg>
        <pc:spChg chg="add del">
          <ac:chgData name="Donia Khaled Nasr" userId="S::doniametwalli@nu.edu.eg::03d90c96-e6be-471a-afe0-c93dcaf26645" providerId="AD" clId="Web-{499577F5-EAC4-6373-8602-E8F87FD63773}" dt="2024-09-25T14:02:16.813" v="217"/>
          <ac:spMkLst>
            <pc:docMk/>
            <pc:sldMk cId="2144740018" sldId="302"/>
            <ac:spMk id="13" creationId="{00000000-0000-0000-0000-000000000000}"/>
          </ac:spMkLst>
        </pc:spChg>
        <pc:spChg chg="add del">
          <ac:chgData name="Donia Khaled Nasr" userId="S::doniametwalli@nu.edu.eg::03d90c96-e6be-471a-afe0-c93dcaf26645" providerId="AD" clId="Web-{499577F5-EAC4-6373-8602-E8F87FD63773}" dt="2024-09-25T14:02:16.813" v="216"/>
          <ac:spMkLst>
            <pc:docMk/>
            <pc:sldMk cId="2144740018" sldId="302"/>
            <ac:spMk id="14" creationId="{00000000-0000-0000-0000-000000000000}"/>
          </ac:spMkLst>
        </pc:spChg>
        <pc:spChg chg="add del">
          <ac:chgData name="Donia Khaled Nasr" userId="S::doniametwalli@nu.edu.eg::03d90c96-e6be-471a-afe0-c93dcaf26645" providerId="AD" clId="Web-{499577F5-EAC4-6373-8602-E8F87FD63773}" dt="2024-09-25T14:02:08.703" v="207"/>
          <ac:spMkLst>
            <pc:docMk/>
            <pc:sldMk cId="2144740018" sldId="302"/>
            <ac:spMk id="21" creationId="{67B17B8D-7B32-A42F-580D-4423D301361D}"/>
          </ac:spMkLst>
        </pc:spChg>
        <pc:spChg chg="add del">
          <ac:chgData name="Donia Khaled Nasr" userId="S::doniametwalli@nu.edu.eg::03d90c96-e6be-471a-afe0-c93dcaf26645" providerId="AD" clId="Web-{499577F5-EAC4-6373-8602-E8F87FD63773}" dt="2024-09-25T14:02:10.969" v="215"/>
          <ac:spMkLst>
            <pc:docMk/>
            <pc:sldMk cId="2144740018" sldId="302"/>
            <ac:spMk id="23" creationId="{A158E119-0D22-A1A1-4761-8499CB97D43E}"/>
          </ac:spMkLst>
        </pc:spChg>
        <pc:spChg chg="add mod">
          <ac:chgData name="Donia Khaled Nasr" userId="S::doniametwalli@nu.edu.eg::03d90c96-e6be-471a-afe0-c93dcaf26645" providerId="AD" clId="Web-{499577F5-EAC4-6373-8602-E8F87FD63773}" dt="2024-09-25T14:02:20.938" v="228" actId="20577"/>
          <ac:spMkLst>
            <pc:docMk/>
            <pc:sldMk cId="2144740018" sldId="302"/>
            <ac:spMk id="24" creationId="{25BF0ABE-3202-8D7A-6149-94AFA27E3FEA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02:17.391" v="223"/>
          <ac:spMkLst>
            <pc:docMk/>
            <pc:sldMk cId="2144740018" sldId="302"/>
            <ac:spMk id="34" creationId="{8E906767-EB4C-2C14-45F4-C90323C46599}"/>
          </ac:spMkLst>
        </pc:spChg>
        <pc:grpChg chg="add del">
          <ac:chgData name="Donia Khaled Nasr" userId="S::doniametwalli@nu.edu.eg::03d90c96-e6be-471a-afe0-c93dcaf26645" providerId="AD" clId="Web-{499577F5-EAC4-6373-8602-E8F87FD63773}" dt="2024-09-25T14:02:16.828" v="219"/>
          <ac:grpSpMkLst>
            <pc:docMk/>
            <pc:sldMk cId="2144740018" sldId="302"/>
            <ac:grpSpMk id="2" creationId="{00000000-0000-0000-0000-000000000000}"/>
          </ac:grpSpMkLst>
        </pc:grpChg>
        <pc:grpChg chg="add del">
          <ac:chgData name="Donia Khaled Nasr" userId="S::doniametwalli@nu.edu.eg::03d90c96-e6be-471a-afe0-c93dcaf26645" providerId="AD" clId="Web-{499577F5-EAC4-6373-8602-E8F87FD63773}" dt="2024-09-25T14:02:16.828" v="218"/>
          <ac:grpSpMkLst>
            <pc:docMk/>
            <pc:sldMk cId="2144740018" sldId="302"/>
            <ac:grpSpMk id="5" creationId="{00000000-0000-0000-0000-000000000000}"/>
          </ac:grpSpMkLst>
        </pc:grpChg>
        <pc:grpChg chg="add del">
          <ac:chgData name="Donia Khaled Nasr" userId="S::doniametwalli@nu.edu.eg::03d90c96-e6be-471a-afe0-c93dcaf26645" providerId="AD" clId="Web-{499577F5-EAC4-6373-8602-E8F87FD63773}" dt="2024-09-25T14:02:08.719" v="209"/>
          <ac:grpSpMkLst>
            <pc:docMk/>
            <pc:sldMk cId="2144740018" sldId="302"/>
            <ac:grpSpMk id="15" creationId="{C5CA7072-22AB-911E-2941-FAF6102F1DFB}"/>
          </ac:grpSpMkLst>
        </pc:grpChg>
        <pc:grpChg chg="add del">
          <ac:chgData name="Donia Khaled Nasr" userId="S::doniametwalli@nu.edu.eg::03d90c96-e6be-471a-afe0-c93dcaf26645" providerId="AD" clId="Web-{499577F5-EAC4-6373-8602-E8F87FD63773}" dt="2024-09-25T14:02:08.703" v="208"/>
          <ac:grpSpMkLst>
            <pc:docMk/>
            <pc:sldMk cId="2144740018" sldId="302"/>
            <ac:grpSpMk id="19" creationId="{015179FA-A108-3FDF-A048-F83F05FA3E25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02:17.360" v="221"/>
          <ac:grpSpMkLst>
            <pc:docMk/>
            <pc:sldMk cId="2144740018" sldId="302"/>
            <ac:grpSpMk id="28" creationId="{227281A7-BE58-E29D-E5FC-F6A9C1A10493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02:17.375" v="222"/>
          <ac:grpSpMkLst>
            <pc:docMk/>
            <pc:sldMk cId="2144740018" sldId="302"/>
            <ac:grpSpMk id="32" creationId="{89DE4B12-ED9D-4737-1955-B4AD9DDAF7E6}"/>
          </ac:grpSpMkLst>
        </pc:grpChg>
      </pc:sldChg>
      <pc:sldChg chg="addSp delSp modSp">
        <pc:chgData name="Donia Khaled Nasr" userId="S::doniametwalli@nu.edu.eg::03d90c96-e6be-471a-afe0-c93dcaf26645" providerId="AD" clId="Web-{499577F5-EAC4-6373-8602-E8F87FD63773}" dt="2024-09-25T14:00:57.608" v="143" actId="20577"/>
        <pc:sldMkLst>
          <pc:docMk/>
          <pc:sldMk cId="89137756" sldId="303"/>
        </pc:sldMkLst>
        <pc:spChg chg="add del mod">
          <ac:chgData name="Donia Khaled Nasr" userId="S::doniametwalli@nu.edu.eg::03d90c96-e6be-471a-afe0-c93dcaf26645" providerId="AD" clId="Web-{499577F5-EAC4-6373-8602-E8F87FD63773}" dt="2024-09-25T14:00:38.842" v="130"/>
          <ac:spMkLst>
            <pc:docMk/>
            <pc:sldMk cId="89137756" sldId="303"/>
            <ac:spMk id="10" creationId="{10A59A06-6509-4672-2DCA-3B092D087B90}"/>
          </ac:spMkLst>
        </pc:spChg>
        <pc:spChg chg="add mod">
          <ac:chgData name="Donia Khaled Nasr" userId="S::doniametwalli@nu.edu.eg::03d90c96-e6be-471a-afe0-c93dcaf26645" providerId="AD" clId="Web-{499577F5-EAC4-6373-8602-E8F87FD63773}" dt="2024-09-25T14:00:57.608" v="143" actId="20577"/>
          <ac:spMkLst>
            <pc:docMk/>
            <pc:sldMk cId="89137756" sldId="303"/>
            <ac:spMk id="12" creationId="{8AF53765-6064-6B40-0E39-6B5350CC339A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4:00:34.888" v="124"/>
          <ac:spMkLst>
            <pc:docMk/>
            <pc:sldMk cId="89137756" sldId="303"/>
            <ac:spMk id="13" creationId="{00000000-0000-0000-0000-000000000000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4:00:34.888" v="123"/>
          <ac:spMkLst>
            <pc:docMk/>
            <pc:sldMk cId="89137756" sldId="303"/>
            <ac:spMk id="14" creationId="{00000000-0000-0000-0000-000000000000}"/>
          </ac:spMkLst>
        </pc:spChg>
        <pc:spChg chg="del">
          <ac:chgData name="Donia Khaled Nasr" userId="S::doniametwalli@nu.edu.eg::03d90c96-e6be-471a-afe0-c93dcaf26645" providerId="AD" clId="Web-{499577F5-EAC4-6373-8602-E8F87FD63773}" dt="2024-09-25T14:00:34.888" v="122"/>
          <ac:spMkLst>
            <pc:docMk/>
            <pc:sldMk cId="89137756" sldId="303"/>
            <ac:spMk id="23" creationId="{A158E119-0D22-A1A1-4761-8499CB97D43E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00:49.342" v="139"/>
          <ac:spMkLst>
            <pc:docMk/>
            <pc:sldMk cId="89137756" sldId="303"/>
            <ac:spMk id="25" creationId="{674E3C0E-51E9-E7FD-E538-CF1F197584F3}"/>
          </ac:spMkLst>
        </pc:spChg>
        <pc:grpChg chg="del">
          <ac:chgData name="Donia Khaled Nasr" userId="S::doniametwalli@nu.edu.eg::03d90c96-e6be-471a-afe0-c93dcaf26645" providerId="AD" clId="Web-{499577F5-EAC4-6373-8602-E8F87FD63773}" dt="2024-09-25T14:00:34.888" v="126"/>
          <ac:grpSpMkLst>
            <pc:docMk/>
            <pc:sldMk cId="89137756" sldId="303"/>
            <ac:grpSpMk id="2" creationId="{00000000-0000-0000-0000-000000000000}"/>
          </ac:grpSpMkLst>
        </pc:grpChg>
        <pc:grpChg chg="del">
          <ac:chgData name="Donia Khaled Nasr" userId="S::doniametwalli@nu.edu.eg::03d90c96-e6be-471a-afe0-c93dcaf26645" providerId="AD" clId="Web-{499577F5-EAC4-6373-8602-E8F87FD63773}" dt="2024-09-25T14:00:34.888" v="125"/>
          <ac:grpSpMkLst>
            <pc:docMk/>
            <pc:sldMk cId="89137756" sldId="303"/>
            <ac:grpSpMk id="5" creationId="{00000000-0000-0000-0000-000000000000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00:49.326" v="137"/>
          <ac:grpSpMkLst>
            <pc:docMk/>
            <pc:sldMk cId="89137756" sldId="303"/>
            <ac:grpSpMk id="18" creationId="{C044FBA8-F85D-C400-743F-2804A2C8AB86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00:49.326" v="138"/>
          <ac:grpSpMkLst>
            <pc:docMk/>
            <pc:sldMk cId="89137756" sldId="303"/>
            <ac:grpSpMk id="22" creationId="{3D5BB5BD-50E9-04B3-2FB3-686280198F2F}"/>
          </ac:grpSpMkLst>
        </pc:grpChg>
      </pc:sldChg>
      <pc:sldChg chg="addSp delSp modSp">
        <pc:chgData name="Donia Khaled Nasr" userId="S::doniametwalli@nu.edu.eg::03d90c96-e6be-471a-afe0-c93dcaf26645" providerId="AD" clId="Web-{499577F5-EAC4-6373-8602-E8F87FD63773}" dt="2024-09-25T14:01:39.687" v="179" actId="20577"/>
        <pc:sldMkLst>
          <pc:docMk/>
          <pc:sldMk cId="3283624689" sldId="304"/>
        </pc:sldMkLst>
        <pc:spChg chg="add del">
          <ac:chgData name="Donia Khaled Nasr" userId="S::doniametwalli@nu.edu.eg::03d90c96-e6be-471a-afe0-c93dcaf26645" providerId="AD" clId="Web-{499577F5-EAC4-6373-8602-E8F87FD63773}" dt="2024-09-25T14:01:15.139" v="157"/>
          <ac:spMkLst>
            <pc:docMk/>
            <pc:sldMk cId="3283624689" sldId="304"/>
            <ac:spMk id="9" creationId="{3C813277-F501-EEF5-2947-37C1EFA070C4}"/>
          </ac:spMkLst>
        </pc:spChg>
        <pc:spChg chg="add del">
          <ac:chgData name="Donia Khaled Nasr" userId="S::doniametwalli@nu.edu.eg::03d90c96-e6be-471a-afe0-c93dcaf26645" providerId="AD" clId="Web-{499577F5-EAC4-6373-8602-E8F87FD63773}" dt="2024-09-25T14:01:30.734" v="163"/>
          <ac:spMkLst>
            <pc:docMk/>
            <pc:sldMk cId="3283624689" sldId="304"/>
            <ac:spMk id="14" creationId="{00000000-0000-0000-0000-000000000000}"/>
          </ac:spMkLst>
        </pc:spChg>
        <pc:spChg chg="add del">
          <ac:chgData name="Donia Khaled Nasr" userId="S::doniametwalli@nu.edu.eg::03d90c96-e6be-471a-afe0-c93dcaf26645" providerId="AD" clId="Web-{499577F5-EAC4-6373-8602-E8F87FD63773}" dt="2024-09-25T14:01:15.139" v="154"/>
          <ac:spMkLst>
            <pc:docMk/>
            <pc:sldMk cId="3283624689" sldId="304"/>
            <ac:spMk id="21" creationId="{2A0B59B9-BC91-1E2B-E4D0-731A88995682}"/>
          </ac:spMkLst>
        </pc:spChg>
        <pc:spChg chg="add del">
          <ac:chgData name="Donia Khaled Nasr" userId="S::doniametwalli@nu.edu.eg::03d90c96-e6be-471a-afe0-c93dcaf26645" providerId="AD" clId="Web-{499577F5-EAC4-6373-8602-E8F87FD63773}" dt="2024-09-25T14:01:30.734" v="162"/>
          <ac:spMkLst>
            <pc:docMk/>
            <pc:sldMk cId="3283624689" sldId="304"/>
            <ac:spMk id="23" creationId="{A158E119-0D22-A1A1-4761-8499CB97D43E}"/>
          </ac:spMkLst>
        </pc:spChg>
        <pc:spChg chg="add mod">
          <ac:chgData name="Donia Khaled Nasr" userId="S::doniametwalli@nu.edu.eg::03d90c96-e6be-471a-afe0-c93dcaf26645" providerId="AD" clId="Web-{499577F5-EAC4-6373-8602-E8F87FD63773}" dt="2024-09-25T14:01:39.687" v="179" actId="20577"/>
          <ac:spMkLst>
            <pc:docMk/>
            <pc:sldMk cId="3283624689" sldId="304"/>
            <ac:spMk id="24" creationId="{AFB7DCBE-540C-00E5-823E-E65EB2E8564F}"/>
          </ac:spMkLst>
        </pc:spChg>
        <pc:spChg chg="add">
          <ac:chgData name="Donia Khaled Nasr" userId="S::doniametwalli@nu.edu.eg::03d90c96-e6be-471a-afe0-c93dcaf26645" providerId="AD" clId="Web-{499577F5-EAC4-6373-8602-E8F87FD63773}" dt="2024-09-25T14:01:31.702" v="169"/>
          <ac:spMkLst>
            <pc:docMk/>
            <pc:sldMk cId="3283624689" sldId="304"/>
            <ac:spMk id="34" creationId="{BD473DBF-7C5A-0CDB-9EAE-ADA69416221A}"/>
          </ac:spMkLst>
        </pc:spChg>
        <pc:grpChg chg="add del">
          <ac:chgData name="Donia Khaled Nasr" userId="S::doniametwalli@nu.edu.eg::03d90c96-e6be-471a-afe0-c93dcaf26645" providerId="AD" clId="Web-{499577F5-EAC4-6373-8602-E8F87FD63773}" dt="2024-09-25T14:01:30.734" v="165"/>
          <ac:grpSpMkLst>
            <pc:docMk/>
            <pc:sldMk cId="3283624689" sldId="304"/>
            <ac:grpSpMk id="2" creationId="{00000000-0000-0000-0000-000000000000}"/>
          </ac:grpSpMkLst>
        </pc:grpChg>
        <pc:grpChg chg="add del">
          <ac:chgData name="Donia Khaled Nasr" userId="S::doniametwalli@nu.edu.eg::03d90c96-e6be-471a-afe0-c93dcaf26645" providerId="AD" clId="Web-{499577F5-EAC4-6373-8602-E8F87FD63773}" dt="2024-09-25T14:01:30.734" v="164"/>
          <ac:grpSpMkLst>
            <pc:docMk/>
            <pc:sldMk cId="3283624689" sldId="304"/>
            <ac:grpSpMk id="5" creationId="{00000000-0000-0000-0000-000000000000}"/>
          </ac:grpSpMkLst>
        </pc:grpChg>
        <pc:grpChg chg="add del">
          <ac:chgData name="Donia Khaled Nasr" userId="S::doniametwalli@nu.edu.eg::03d90c96-e6be-471a-afe0-c93dcaf26645" providerId="AD" clId="Web-{499577F5-EAC4-6373-8602-E8F87FD63773}" dt="2024-09-25T14:01:15.139" v="156"/>
          <ac:grpSpMkLst>
            <pc:docMk/>
            <pc:sldMk cId="3283624689" sldId="304"/>
            <ac:grpSpMk id="15" creationId="{4A6C0381-58DC-4958-8D5A-F35FD2A3CC06}"/>
          </ac:grpSpMkLst>
        </pc:grpChg>
        <pc:grpChg chg="add del">
          <ac:chgData name="Donia Khaled Nasr" userId="S::doniametwalli@nu.edu.eg::03d90c96-e6be-471a-afe0-c93dcaf26645" providerId="AD" clId="Web-{499577F5-EAC4-6373-8602-E8F87FD63773}" dt="2024-09-25T14:01:15.139" v="155"/>
          <ac:grpSpMkLst>
            <pc:docMk/>
            <pc:sldMk cId="3283624689" sldId="304"/>
            <ac:grpSpMk id="19" creationId="{22D6055F-6F0D-53B7-9B43-BB9DECAAAE16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01:31.687" v="167"/>
          <ac:grpSpMkLst>
            <pc:docMk/>
            <pc:sldMk cId="3283624689" sldId="304"/>
            <ac:grpSpMk id="28" creationId="{68B91BCF-2294-DB11-9184-FFE39B998603}"/>
          </ac:grpSpMkLst>
        </pc:grpChg>
        <pc:grpChg chg="add">
          <ac:chgData name="Donia Khaled Nasr" userId="S::doniametwalli@nu.edu.eg::03d90c96-e6be-471a-afe0-c93dcaf26645" providerId="AD" clId="Web-{499577F5-EAC4-6373-8602-E8F87FD63773}" dt="2024-09-25T14:01:31.702" v="168"/>
          <ac:grpSpMkLst>
            <pc:docMk/>
            <pc:sldMk cId="3283624689" sldId="304"/>
            <ac:grpSpMk id="32" creationId="{8486DB11-3BDC-58BC-9FB7-FC03EAD46CD9}"/>
          </ac:grpSpMkLst>
        </pc:grpChg>
        <pc:picChg chg="mod">
          <ac:chgData name="Donia Khaled Nasr" userId="S::doniametwalli@nu.edu.eg::03d90c96-e6be-471a-afe0-c93dcaf26645" providerId="AD" clId="Web-{499577F5-EAC4-6373-8602-E8F87FD63773}" dt="2024-09-25T14:01:08.374" v="145" actId="1076"/>
          <ac:picMkLst>
            <pc:docMk/>
            <pc:sldMk cId="3283624689" sldId="304"/>
            <ac:picMk id="10" creationId="{2A501C4C-55B4-8747-C72B-57BA93744924}"/>
          </ac:picMkLst>
        </pc:picChg>
      </pc:sldChg>
    </pc:docChg>
  </pc:docChgLst>
  <pc:docChgLst>
    <pc:chgData name="Mayar Tarek Henedak" userId="S::mhenedak@nu.edu.eg::3312be3a-acfe-470e-94f9-d3d3338ee9c3" providerId="AD" clId="Web-{DA0A242D-0A28-42FA-44CE-6FFBF4BA391A}"/>
    <pc:docChg chg="addSld modSld">
      <pc:chgData name="Mayar Tarek Henedak" userId="S::mhenedak@nu.edu.eg::3312be3a-acfe-470e-94f9-d3d3338ee9c3" providerId="AD" clId="Web-{DA0A242D-0A28-42FA-44CE-6FFBF4BA391A}" dt="2024-09-16T07:27:58.462" v="137" actId="1076"/>
      <pc:docMkLst>
        <pc:docMk/>
      </pc:docMkLst>
      <pc:sldChg chg="addSp delSp modSp">
        <pc:chgData name="Mayar Tarek Henedak" userId="S::mhenedak@nu.edu.eg::3312be3a-acfe-470e-94f9-d3d3338ee9c3" providerId="AD" clId="Web-{DA0A242D-0A28-42FA-44CE-6FFBF4BA391A}" dt="2024-09-16T07:24:29.314" v="97" actId="20577"/>
        <pc:sldMkLst>
          <pc:docMk/>
          <pc:sldMk cId="1173188841" sldId="294"/>
        </pc:sldMkLst>
        <pc:spChg chg="add del mod">
          <ac:chgData name="Mayar Tarek Henedak" userId="S::mhenedak@nu.edu.eg::3312be3a-acfe-470e-94f9-d3d3338ee9c3" providerId="AD" clId="Web-{DA0A242D-0A28-42FA-44CE-6FFBF4BA391A}" dt="2024-09-16T07:14:05.276" v="18"/>
          <ac:spMkLst>
            <pc:docMk/>
            <pc:sldMk cId="1173188841" sldId="294"/>
            <ac:spMk id="8" creationId="{82AC7E2D-735E-64B0-C36E-5717B85F135D}"/>
          </ac:spMkLst>
        </pc:spChg>
        <pc:spChg chg="add mod">
          <ac:chgData name="Mayar Tarek Henedak" userId="S::mhenedak@nu.edu.eg::3312be3a-acfe-470e-94f9-d3d3338ee9c3" providerId="AD" clId="Web-{DA0A242D-0A28-42FA-44CE-6FFBF4BA391A}" dt="2024-09-16T07:18:54.568" v="34" actId="1076"/>
          <ac:spMkLst>
            <pc:docMk/>
            <pc:sldMk cId="1173188841" sldId="294"/>
            <ac:spMk id="9" creationId="{8B3E74B0-586D-88C9-0A6A-E8B37B309281}"/>
          </ac:spMkLst>
        </pc:spChg>
        <pc:spChg chg="add del mod">
          <ac:chgData name="Mayar Tarek Henedak" userId="S::mhenedak@nu.edu.eg::3312be3a-acfe-470e-94f9-d3d3338ee9c3" providerId="AD" clId="Web-{DA0A242D-0A28-42FA-44CE-6FFBF4BA391A}" dt="2024-09-16T07:19:34.397" v="48"/>
          <ac:spMkLst>
            <pc:docMk/>
            <pc:sldMk cId="1173188841" sldId="294"/>
            <ac:spMk id="10" creationId="{B4CDDD84-C76E-3B83-8B17-53FB29EB4FA9}"/>
          </ac:spMkLst>
        </pc:spChg>
        <pc:spChg chg="add mod">
          <ac:chgData name="Mayar Tarek Henedak" userId="S::mhenedak@nu.edu.eg::3312be3a-acfe-470e-94f9-d3d3338ee9c3" providerId="AD" clId="Web-{DA0A242D-0A28-42FA-44CE-6FFBF4BA391A}" dt="2024-09-16T07:24:29.314" v="97" actId="20577"/>
          <ac:spMkLst>
            <pc:docMk/>
            <pc:sldMk cId="1173188841" sldId="294"/>
            <ac:spMk id="11" creationId="{9454A2D4-893D-4698-A475-529CA7409A23}"/>
          </ac:spMkLst>
        </pc:spChg>
        <pc:spChg chg="mod">
          <ac:chgData name="Mayar Tarek Henedak" userId="S::mhenedak@nu.edu.eg::3312be3a-acfe-470e-94f9-d3d3338ee9c3" providerId="AD" clId="Web-{DA0A242D-0A28-42FA-44CE-6FFBF4BA391A}" dt="2024-09-16T07:18:13.879" v="33" actId="20577"/>
          <ac:spMkLst>
            <pc:docMk/>
            <pc:sldMk cId="1173188841" sldId="294"/>
            <ac:spMk id="23" creationId="{A158E119-0D22-A1A1-4761-8499CB97D43E}"/>
          </ac:spMkLst>
        </pc:spChg>
        <pc:picChg chg="del">
          <ac:chgData name="Mayar Tarek Henedak" userId="S::mhenedak@nu.edu.eg::3312be3a-acfe-470e-94f9-d3d3338ee9c3" providerId="AD" clId="Web-{DA0A242D-0A28-42FA-44CE-6FFBF4BA391A}" dt="2024-09-16T07:13:57.089" v="14"/>
          <ac:picMkLst>
            <pc:docMk/>
            <pc:sldMk cId="1173188841" sldId="294"/>
            <ac:picMk id="2050" creationId="{632524E0-251B-6A1D-B8B9-B742B25B4D76}"/>
          </ac:picMkLst>
        </pc:picChg>
      </pc:sldChg>
      <pc:sldChg chg="addSp modSp addAnim">
        <pc:chgData name="Mayar Tarek Henedak" userId="S::mhenedak@nu.edu.eg::3312be3a-acfe-470e-94f9-d3d3338ee9c3" providerId="AD" clId="Web-{DA0A242D-0A28-42FA-44CE-6FFBF4BA391A}" dt="2024-09-16T07:10:32.362" v="12"/>
        <pc:sldMkLst>
          <pc:docMk/>
          <pc:sldMk cId="3959245580" sldId="295"/>
        </pc:sldMkLst>
        <pc:spChg chg="add mod">
          <ac:chgData name="Mayar Tarek Henedak" userId="S::mhenedak@nu.edu.eg::3312be3a-acfe-470e-94f9-d3d3338ee9c3" providerId="AD" clId="Web-{DA0A242D-0A28-42FA-44CE-6FFBF4BA391A}" dt="2024-09-16T07:10:05.471" v="11" actId="1076"/>
          <ac:spMkLst>
            <pc:docMk/>
            <pc:sldMk cId="3959245580" sldId="295"/>
            <ac:spMk id="8" creationId="{FED97E66-07B9-2DEE-C935-E87DC2C06BDE}"/>
          </ac:spMkLst>
        </pc:spChg>
      </pc:sldChg>
      <pc:sldChg chg="add replId">
        <pc:chgData name="Mayar Tarek Henedak" userId="S::mhenedak@nu.edu.eg::3312be3a-acfe-470e-94f9-d3d3338ee9c3" providerId="AD" clId="Web-{DA0A242D-0A28-42FA-44CE-6FFBF4BA391A}" dt="2024-09-16T07:13:52.041" v="13"/>
        <pc:sldMkLst>
          <pc:docMk/>
          <pc:sldMk cId="2144740018" sldId="302"/>
        </pc:sldMkLst>
      </pc:sldChg>
      <pc:sldChg chg="addSp delSp modSp add replId">
        <pc:chgData name="Mayar Tarek Henedak" userId="S::mhenedak@nu.edu.eg::3312be3a-acfe-470e-94f9-d3d3338ee9c3" providerId="AD" clId="Web-{DA0A242D-0A28-42FA-44CE-6FFBF4BA391A}" dt="2024-09-16T07:25:20.832" v="110" actId="1076"/>
        <pc:sldMkLst>
          <pc:docMk/>
          <pc:sldMk cId="89137756" sldId="303"/>
        </pc:sldMkLst>
        <pc:spChg chg="add del mod">
          <ac:chgData name="Mayar Tarek Henedak" userId="S::mhenedak@nu.edu.eg::3312be3a-acfe-470e-94f9-d3d3338ee9c3" providerId="AD" clId="Web-{DA0A242D-0A28-42FA-44CE-6FFBF4BA391A}" dt="2024-09-16T07:25:14.175" v="108" actId="20577"/>
          <ac:spMkLst>
            <pc:docMk/>
            <pc:sldMk cId="89137756" sldId="303"/>
            <ac:spMk id="8" creationId="{58C966EF-A849-B9E9-BC1E-AEF69A849AD7}"/>
          </ac:spMkLst>
        </pc:spChg>
        <pc:spChg chg="mod">
          <ac:chgData name="Mayar Tarek Henedak" userId="S::mhenedak@nu.edu.eg::3312be3a-acfe-470e-94f9-d3d3338ee9c3" providerId="AD" clId="Web-{DA0A242D-0A28-42FA-44CE-6FFBF4BA391A}" dt="2024-09-16T07:25:18.738" v="109" actId="1076"/>
          <ac:spMkLst>
            <pc:docMk/>
            <pc:sldMk cId="89137756" sldId="303"/>
            <ac:spMk id="9" creationId="{8B3E74B0-586D-88C9-0A6A-E8B37B309281}"/>
          </ac:spMkLst>
        </pc:spChg>
        <pc:spChg chg="mod">
          <ac:chgData name="Mayar Tarek Henedak" userId="S::mhenedak@nu.edu.eg::3312be3a-acfe-470e-94f9-d3d3338ee9c3" providerId="AD" clId="Web-{DA0A242D-0A28-42FA-44CE-6FFBF4BA391A}" dt="2024-09-16T07:25:20.832" v="110" actId="1076"/>
          <ac:spMkLst>
            <pc:docMk/>
            <pc:sldMk cId="89137756" sldId="303"/>
            <ac:spMk id="23" creationId="{A158E119-0D22-A1A1-4761-8499CB97D43E}"/>
          </ac:spMkLst>
        </pc:spChg>
      </pc:sldChg>
      <pc:sldChg chg="addSp delSp modSp add replId">
        <pc:chgData name="Mayar Tarek Henedak" userId="S::mhenedak@nu.edu.eg::3312be3a-acfe-470e-94f9-d3d3338ee9c3" providerId="AD" clId="Web-{DA0A242D-0A28-42FA-44CE-6FFBF4BA391A}" dt="2024-09-16T07:27:58.462" v="137" actId="1076"/>
        <pc:sldMkLst>
          <pc:docMk/>
          <pc:sldMk cId="3283624689" sldId="304"/>
        </pc:sldMkLst>
        <pc:spChg chg="del">
          <ac:chgData name="Mayar Tarek Henedak" userId="S::mhenedak@nu.edu.eg::3312be3a-acfe-470e-94f9-d3d3338ee9c3" providerId="AD" clId="Web-{DA0A242D-0A28-42FA-44CE-6FFBF4BA391A}" dt="2024-09-16T07:26:36.913" v="113"/>
          <ac:spMkLst>
            <pc:docMk/>
            <pc:sldMk cId="3283624689" sldId="304"/>
            <ac:spMk id="8" creationId="{58C966EF-A849-B9E9-BC1E-AEF69A849AD7}"/>
          </ac:spMkLst>
        </pc:spChg>
        <pc:spChg chg="del">
          <ac:chgData name="Mayar Tarek Henedak" userId="S::mhenedak@nu.edu.eg::3312be3a-acfe-470e-94f9-d3d3338ee9c3" providerId="AD" clId="Web-{DA0A242D-0A28-42FA-44CE-6FFBF4BA391A}" dt="2024-09-16T07:26:31.803" v="112"/>
          <ac:spMkLst>
            <pc:docMk/>
            <pc:sldMk cId="3283624689" sldId="304"/>
            <ac:spMk id="9" creationId="{8B3E74B0-586D-88C9-0A6A-E8B37B309281}"/>
          </ac:spMkLst>
        </pc:spChg>
        <pc:spChg chg="del">
          <ac:chgData name="Mayar Tarek Henedak" userId="S::mhenedak@nu.edu.eg::3312be3a-acfe-470e-94f9-d3d3338ee9c3" providerId="AD" clId="Web-{DA0A242D-0A28-42FA-44CE-6FFBF4BA391A}" dt="2024-09-16T07:27:11.789" v="123"/>
          <ac:spMkLst>
            <pc:docMk/>
            <pc:sldMk cId="3283624689" sldId="304"/>
            <ac:spMk id="13" creationId="{00000000-0000-0000-0000-000000000000}"/>
          </ac:spMkLst>
        </pc:spChg>
        <pc:spChg chg="mod">
          <ac:chgData name="Mayar Tarek Henedak" userId="S::mhenedak@nu.edu.eg::3312be3a-acfe-470e-94f9-d3d3338ee9c3" providerId="AD" clId="Web-{DA0A242D-0A28-42FA-44CE-6FFBF4BA391A}" dt="2024-09-16T07:27:33.446" v="131" actId="1076"/>
          <ac:spMkLst>
            <pc:docMk/>
            <pc:sldMk cId="3283624689" sldId="304"/>
            <ac:spMk id="14" creationId="{00000000-0000-0000-0000-000000000000}"/>
          </ac:spMkLst>
        </pc:spChg>
        <pc:spChg chg="mod">
          <ac:chgData name="Mayar Tarek Henedak" userId="S::mhenedak@nu.edu.eg::3312be3a-acfe-470e-94f9-d3d3338ee9c3" providerId="AD" clId="Web-{DA0A242D-0A28-42FA-44CE-6FFBF4BA391A}" dt="2024-09-16T07:27:54.275" v="136" actId="1076"/>
          <ac:spMkLst>
            <pc:docMk/>
            <pc:sldMk cId="3283624689" sldId="304"/>
            <ac:spMk id="23" creationId="{A158E119-0D22-A1A1-4761-8499CB97D43E}"/>
          </ac:spMkLst>
        </pc:spChg>
        <pc:grpChg chg="mod">
          <ac:chgData name="Mayar Tarek Henedak" userId="S::mhenedak@nu.edu.eg::3312be3a-acfe-470e-94f9-d3d3338ee9c3" providerId="AD" clId="Web-{DA0A242D-0A28-42FA-44CE-6FFBF4BA391A}" dt="2024-09-16T07:27:58.462" v="137" actId="1076"/>
          <ac:grpSpMkLst>
            <pc:docMk/>
            <pc:sldMk cId="3283624689" sldId="304"/>
            <ac:grpSpMk id="2" creationId="{00000000-0000-0000-0000-000000000000}"/>
          </ac:grpSpMkLst>
        </pc:grpChg>
        <pc:grpChg chg="mod">
          <ac:chgData name="Mayar Tarek Henedak" userId="S::mhenedak@nu.edu.eg::3312be3a-acfe-470e-94f9-d3d3338ee9c3" providerId="AD" clId="Web-{DA0A242D-0A28-42FA-44CE-6FFBF4BA391A}" dt="2024-09-16T07:27:33.430" v="130" actId="1076"/>
          <ac:grpSpMkLst>
            <pc:docMk/>
            <pc:sldMk cId="3283624689" sldId="304"/>
            <ac:grpSpMk id="5" creationId="{00000000-0000-0000-0000-000000000000}"/>
          </ac:grpSpMkLst>
        </pc:grpChg>
        <pc:picChg chg="add mod">
          <ac:chgData name="Mayar Tarek Henedak" userId="S::mhenedak@nu.edu.eg::3312be3a-acfe-470e-94f9-d3d3338ee9c3" providerId="AD" clId="Web-{DA0A242D-0A28-42FA-44CE-6FFBF4BA391A}" dt="2024-09-16T07:27:48.524" v="135" actId="14100"/>
          <ac:picMkLst>
            <pc:docMk/>
            <pc:sldMk cId="3283624689" sldId="304"/>
            <ac:picMk id="10" creationId="{2A501C4C-55B4-8747-C72B-57BA93744924}"/>
          </ac:picMkLst>
        </pc:picChg>
      </pc:sldChg>
    </pc:docChg>
  </pc:docChgLst>
  <pc:docChgLst>
    <pc:chgData name="Mayar Tarek Henedak" userId="S::mhenedak@nu.edu.eg::3312be3a-acfe-470e-94f9-d3d3338ee9c3" providerId="AD" clId="Web-{9967A52E-AE85-9502-D829-3DBC9131D394}"/>
    <pc:docChg chg="modSld">
      <pc:chgData name="Mayar Tarek Henedak" userId="S::mhenedak@nu.edu.eg::3312be3a-acfe-470e-94f9-d3d3338ee9c3" providerId="AD" clId="Web-{9967A52E-AE85-9502-D829-3DBC9131D394}" dt="2024-09-16T12:12:39.890" v="15" actId="20577"/>
      <pc:docMkLst>
        <pc:docMk/>
      </pc:docMkLst>
      <pc:sldChg chg="modSp">
        <pc:chgData name="Mayar Tarek Henedak" userId="S::mhenedak@nu.edu.eg::3312be3a-acfe-470e-94f9-d3d3338ee9c3" providerId="AD" clId="Web-{9967A52E-AE85-9502-D829-3DBC9131D394}" dt="2024-09-16T12:12:39.890" v="15" actId="20577"/>
        <pc:sldMkLst>
          <pc:docMk/>
          <pc:sldMk cId="1173188841" sldId="294"/>
        </pc:sldMkLst>
        <pc:spChg chg="mod">
          <ac:chgData name="Mayar Tarek Henedak" userId="S::mhenedak@nu.edu.eg::3312be3a-acfe-470e-94f9-d3d3338ee9c3" providerId="AD" clId="Web-{9967A52E-AE85-9502-D829-3DBC9131D394}" dt="2024-09-16T12:12:39.890" v="15" actId="20577"/>
          <ac:spMkLst>
            <pc:docMk/>
            <pc:sldMk cId="1173188841" sldId="294"/>
            <ac:spMk id="9" creationId="{8B3E74B0-586D-88C9-0A6A-E8B37B309281}"/>
          </ac:spMkLst>
        </pc:spChg>
      </pc:sldChg>
      <pc:sldChg chg="modSp">
        <pc:chgData name="Mayar Tarek Henedak" userId="S::mhenedak@nu.edu.eg::3312be3a-acfe-470e-94f9-d3d3338ee9c3" providerId="AD" clId="Web-{9967A52E-AE85-9502-D829-3DBC9131D394}" dt="2024-09-16T12:12:19.701" v="0" actId="20577"/>
        <pc:sldMkLst>
          <pc:docMk/>
          <pc:sldMk cId="89137756" sldId="303"/>
        </pc:sldMkLst>
        <pc:spChg chg="mod">
          <ac:chgData name="Mayar Tarek Henedak" userId="S::mhenedak@nu.edu.eg::3312be3a-acfe-470e-94f9-d3d3338ee9c3" providerId="AD" clId="Web-{9967A52E-AE85-9502-D829-3DBC9131D394}" dt="2024-09-16T12:12:19.701" v="0" actId="20577"/>
          <ac:spMkLst>
            <pc:docMk/>
            <pc:sldMk cId="89137756" sldId="303"/>
            <ac:spMk id="8" creationId="{58C966EF-A849-B9E9-BC1E-AEF69A849AD7}"/>
          </ac:spMkLst>
        </pc:spChg>
      </pc:sldChg>
    </pc:docChg>
  </pc:docChgLst>
  <pc:docChgLst>
    <pc:chgData name="Mohammed Ashraf Musaad" userId="S::mmusaad@nu.edu.eg::de7e6e90-ab5a-4e30-a67f-64b4568c93b7" providerId="AD" clId="Web-{F4C373F8-49E2-CDF8-F344-3EBE4787EDDE}"/>
    <pc:docChg chg="modSld">
      <pc:chgData name="Mohammed Ashraf Musaad" userId="S::mmusaad@nu.edu.eg::de7e6e90-ab5a-4e30-a67f-64b4568c93b7" providerId="AD" clId="Web-{F4C373F8-49E2-CDF8-F344-3EBE4787EDDE}" dt="2024-11-09T17:55:29.201" v="22" actId="20577"/>
      <pc:docMkLst>
        <pc:docMk/>
      </pc:docMkLst>
      <pc:sldChg chg="modSp">
        <pc:chgData name="Mohammed Ashraf Musaad" userId="S::mmusaad@nu.edu.eg::de7e6e90-ab5a-4e30-a67f-64b4568c93b7" providerId="AD" clId="Web-{F4C373F8-49E2-CDF8-F344-3EBE4787EDDE}" dt="2024-11-09T17:55:29.201" v="22" actId="20577"/>
        <pc:sldMkLst>
          <pc:docMk/>
          <pc:sldMk cId="0" sldId="265"/>
        </pc:sldMkLst>
        <pc:spChg chg="mod">
          <ac:chgData name="Mohammed Ashraf Musaad" userId="S::mmusaad@nu.edu.eg::de7e6e90-ab5a-4e30-a67f-64b4568c93b7" providerId="AD" clId="Web-{F4C373F8-49E2-CDF8-F344-3EBE4787EDDE}" dt="2024-11-09T17:55:29.201" v="22" actId="20577"/>
          <ac:spMkLst>
            <pc:docMk/>
            <pc:sldMk cId="0" sldId="265"/>
            <ac:spMk id="5" creationId="{00000000-0000-0000-0000-000000000000}"/>
          </ac:spMkLst>
        </pc:spChg>
      </pc:sldChg>
    </pc:docChg>
  </pc:docChgLst>
  <pc:docChgLst>
    <pc:chgData name="Mohammed Ashraf Musaad" userId="S::mmusaad@nu.edu.eg::de7e6e90-ab5a-4e30-a67f-64b4568c93b7" providerId="AD" clId="Web-{0E2D1A52-7928-142B-5D70-3BCCABC56750}"/>
    <pc:docChg chg="modSld">
      <pc:chgData name="Mohammed Ashraf Musaad" userId="S::mmusaad@nu.edu.eg::de7e6e90-ab5a-4e30-a67f-64b4568c93b7" providerId="AD" clId="Web-{0E2D1A52-7928-142B-5D70-3BCCABC56750}" dt="2024-09-23T15:14:39.485" v="3"/>
      <pc:docMkLst>
        <pc:docMk/>
      </pc:docMkLst>
      <pc:sldChg chg="mod modShow">
        <pc:chgData name="Mohammed Ashraf Musaad" userId="S::mmusaad@nu.edu.eg::de7e6e90-ab5a-4e30-a67f-64b4568c93b7" providerId="AD" clId="Web-{0E2D1A52-7928-142B-5D70-3BCCABC56750}" dt="2024-09-23T15:14:39.485" v="3"/>
        <pc:sldMkLst>
          <pc:docMk/>
          <pc:sldMk cId="0" sldId="257"/>
        </pc:sldMkLst>
      </pc:sldChg>
      <pc:sldChg chg="delSp">
        <pc:chgData name="Mohammed Ashraf Musaad" userId="S::mmusaad@nu.edu.eg::de7e6e90-ab5a-4e30-a67f-64b4568c93b7" providerId="AD" clId="Web-{0E2D1A52-7928-142B-5D70-3BCCABC56750}" dt="2024-09-23T15:14:10.577" v="2"/>
        <pc:sldMkLst>
          <pc:docMk/>
          <pc:sldMk cId="0" sldId="300"/>
        </pc:sldMkLst>
        <pc:spChg chg="del">
          <ac:chgData name="Mohammed Ashraf Musaad" userId="S::mmusaad@nu.edu.eg::de7e6e90-ab5a-4e30-a67f-64b4568c93b7" providerId="AD" clId="Web-{0E2D1A52-7928-142B-5D70-3BCCABC56750}" dt="2024-09-23T15:14:01.514" v="0"/>
          <ac:spMkLst>
            <pc:docMk/>
            <pc:sldMk cId="0" sldId="300"/>
            <ac:spMk id="8" creationId="{00000000-0000-0000-0000-000000000000}"/>
          </ac:spMkLst>
        </pc:spChg>
        <pc:spChg chg="del">
          <ac:chgData name="Mohammed Ashraf Musaad" userId="S::mmusaad@nu.edu.eg::de7e6e90-ab5a-4e30-a67f-64b4568c93b7" providerId="AD" clId="Web-{0E2D1A52-7928-142B-5D70-3BCCABC56750}" dt="2024-09-23T15:14:06.765" v="1"/>
          <ac:spMkLst>
            <pc:docMk/>
            <pc:sldMk cId="0" sldId="300"/>
            <ac:spMk id="12" creationId="{00000000-0000-0000-0000-000000000000}"/>
          </ac:spMkLst>
        </pc:spChg>
        <pc:spChg chg="del">
          <ac:chgData name="Mohammed Ashraf Musaad" userId="S::mmusaad@nu.edu.eg::de7e6e90-ab5a-4e30-a67f-64b4568c93b7" providerId="AD" clId="Web-{0E2D1A52-7928-142B-5D70-3BCCABC56750}" dt="2024-09-23T15:14:10.577" v="2"/>
          <ac:spMkLst>
            <pc:docMk/>
            <pc:sldMk cId="0" sldId="300"/>
            <ac:spMk id="14" creationId="{00000000-0000-0000-0000-000000000000}"/>
          </ac:spMkLst>
        </pc:spChg>
      </pc:sldChg>
    </pc:docChg>
  </pc:docChgLst>
  <pc:docChgLst>
    <pc:chgData name="Donia Khaled Nasr" userId="S::doniametwalli@nu.edu.eg::03d90c96-e6be-471a-afe0-c93dcaf26645" providerId="AD" clId="Web-{1DE459D4-8906-07C7-C02D-30ACB1A573AD}"/>
    <pc:docChg chg="modSld">
      <pc:chgData name="Donia Khaled Nasr" userId="S::doniametwalli@nu.edu.eg::03d90c96-e6be-471a-afe0-c93dcaf26645" providerId="AD" clId="Web-{1DE459D4-8906-07C7-C02D-30ACB1A573AD}" dt="2024-11-11T15:02:07.176" v="0" actId="1076"/>
      <pc:docMkLst>
        <pc:docMk/>
      </pc:docMkLst>
      <pc:sldChg chg="modSp">
        <pc:chgData name="Donia Khaled Nasr" userId="S::doniametwalli@nu.edu.eg::03d90c96-e6be-471a-afe0-c93dcaf26645" providerId="AD" clId="Web-{1DE459D4-8906-07C7-C02D-30ACB1A573AD}" dt="2024-11-11T15:02:07.176" v="0" actId="1076"/>
        <pc:sldMkLst>
          <pc:docMk/>
          <pc:sldMk cId="3183055934" sldId="291"/>
        </pc:sldMkLst>
        <pc:picChg chg="mod">
          <ac:chgData name="Donia Khaled Nasr" userId="S::doniametwalli@nu.edu.eg::03d90c96-e6be-471a-afe0-c93dcaf26645" providerId="AD" clId="Web-{1DE459D4-8906-07C7-C02D-30ACB1A573AD}" dt="2024-11-11T15:02:07.176" v="0" actId="1076"/>
          <ac:picMkLst>
            <pc:docMk/>
            <pc:sldMk cId="3183055934" sldId="291"/>
            <ac:picMk id="16" creationId="{A51CB7B6-9217-BA43-F8DD-76E7B0DDEA76}"/>
          </ac:picMkLst>
        </pc:picChg>
      </pc:sldChg>
    </pc:docChg>
  </pc:docChgLst>
  <pc:docChgLst>
    <pc:chgData name="Shahd Mohamed Noman" userId="S::snoman@nu.edu.eg::5909949f-9ac6-4c42-8b95-06c57b6367e9" providerId="AD" clId="Web-{876EAC98-0976-83E8-5B22-8EB58B527D00}"/>
    <pc:docChg chg="modSld">
      <pc:chgData name="Shahd Mohamed Noman" userId="S::snoman@nu.edu.eg::5909949f-9ac6-4c42-8b95-06c57b6367e9" providerId="AD" clId="Web-{876EAC98-0976-83E8-5B22-8EB58B527D00}" dt="2024-11-09T20:04:38.646" v="11" actId="1076"/>
      <pc:docMkLst>
        <pc:docMk/>
      </pc:docMkLst>
      <pc:sldChg chg="addSp modSp">
        <pc:chgData name="Shahd Mohamed Noman" userId="S::snoman@nu.edu.eg::5909949f-9ac6-4c42-8b95-06c57b6367e9" providerId="AD" clId="Web-{876EAC98-0976-83E8-5B22-8EB58B527D00}" dt="2024-11-09T20:04:38.646" v="11" actId="1076"/>
        <pc:sldMkLst>
          <pc:docMk/>
          <pc:sldMk cId="0" sldId="265"/>
        </pc:sldMkLst>
        <pc:spChg chg="mod">
          <ac:chgData name="Shahd Mohamed Noman" userId="S::snoman@nu.edu.eg::5909949f-9ac6-4c42-8b95-06c57b6367e9" providerId="AD" clId="Web-{876EAC98-0976-83E8-5B22-8EB58B527D00}" dt="2024-11-09T20:03:55.098" v="6" actId="1076"/>
          <ac:spMkLst>
            <pc:docMk/>
            <pc:sldMk cId="0" sldId="265"/>
            <ac:spMk id="5" creationId="{00000000-0000-0000-0000-000000000000}"/>
          </ac:spMkLst>
        </pc:spChg>
        <pc:spChg chg="mod">
          <ac:chgData name="Shahd Mohamed Noman" userId="S::snoman@nu.edu.eg::5909949f-9ac6-4c42-8b95-06c57b6367e9" providerId="AD" clId="Web-{876EAC98-0976-83E8-5B22-8EB58B527D00}" dt="2024-11-09T20:03:50.066" v="5" actId="1076"/>
          <ac:spMkLst>
            <pc:docMk/>
            <pc:sldMk cId="0" sldId="265"/>
            <ac:spMk id="7" creationId="{8F6DF2EE-B9EA-A645-EDF7-84E6437C47BC}"/>
          </ac:spMkLst>
        </pc:spChg>
        <pc:picChg chg="add mod">
          <ac:chgData name="Shahd Mohamed Noman" userId="S::snoman@nu.edu.eg::5909949f-9ac6-4c42-8b95-06c57b6367e9" providerId="AD" clId="Web-{876EAC98-0976-83E8-5B22-8EB58B527D00}" dt="2024-11-09T20:04:38.646" v="11" actId="1076"/>
          <ac:picMkLst>
            <pc:docMk/>
            <pc:sldMk cId="0" sldId="265"/>
            <ac:picMk id="2" creationId="{C4953160-A0FD-E3BD-EFC0-44C4DBDBF909}"/>
          </ac:picMkLst>
        </pc:picChg>
      </pc:sldChg>
      <pc:sldChg chg="modSp">
        <pc:chgData name="Shahd Mohamed Noman" userId="S::snoman@nu.edu.eg::5909949f-9ac6-4c42-8b95-06c57b6367e9" providerId="AD" clId="Web-{876EAC98-0976-83E8-5B22-8EB58B527D00}" dt="2024-11-09T19:20:50.920" v="3" actId="1076"/>
        <pc:sldMkLst>
          <pc:docMk/>
          <pc:sldMk cId="1173188841" sldId="294"/>
        </pc:sldMkLst>
        <pc:spChg chg="mod">
          <ac:chgData name="Shahd Mohamed Noman" userId="S::snoman@nu.edu.eg::5909949f-9ac6-4c42-8b95-06c57b6367e9" providerId="AD" clId="Web-{876EAC98-0976-83E8-5B22-8EB58B527D00}" dt="2024-11-09T19:20:50.920" v="3" actId="1076"/>
          <ac:spMkLst>
            <pc:docMk/>
            <pc:sldMk cId="1173188841" sldId="294"/>
            <ac:spMk id="9" creationId="{8B3E74B0-586D-88C9-0A6A-E8B37B309281}"/>
          </ac:spMkLst>
        </pc:spChg>
      </pc:sldChg>
      <pc:sldChg chg="modSp">
        <pc:chgData name="Shahd Mohamed Noman" userId="S::snoman@nu.edu.eg::5909949f-9ac6-4c42-8b95-06c57b6367e9" providerId="AD" clId="Web-{876EAC98-0976-83E8-5B22-8EB58B527D00}" dt="2024-11-09T18:09:41.290" v="1"/>
        <pc:sldMkLst>
          <pc:docMk/>
          <pc:sldMk cId="1521802347" sldId="296"/>
        </pc:sldMkLst>
        <pc:graphicFrameChg chg="mod modGraphic">
          <ac:chgData name="Shahd Mohamed Noman" userId="S::snoman@nu.edu.eg::5909949f-9ac6-4c42-8b95-06c57b6367e9" providerId="AD" clId="Web-{876EAC98-0976-83E8-5B22-8EB58B527D00}" dt="2024-11-09T18:09:41.290" v="1"/>
          <ac:graphicFrameMkLst>
            <pc:docMk/>
            <pc:sldMk cId="1521802347" sldId="296"/>
            <ac:graphicFrameMk id="12" creationId="{8C698593-8259-97BA-9A34-3E6EB603C5AC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1875D-99B2-45F9-810C-C877027288C4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6752FB-07FA-4B44-980A-B9ED4CE39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972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6752FB-07FA-4B44-980A-B9ED4CE399A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9897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b="1"/>
              <a:t>Ans: </a:t>
            </a:r>
            <a:r>
              <a:rPr lang="en-US"/>
              <a:t>/home/</a:t>
            </a:r>
            <a:r>
              <a:rPr lang="en-US" err="1"/>
              <a:t>mary</a:t>
            </a:r>
            <a:endParaRPr lang="en-US" err="1">
              <a:cs typeface="Calibri"/>
            </a:endParaRPr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6752FB-07FA-4B44-980A-B9ED4CE399A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3579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6752FB-07FA-4B44-980A-B9ED4CE399A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5911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Ans: Yes we can make this through Virtual Box</a:t>
            </a:r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6752FB-07FA-4B44-980A-B9ED4CE399A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6755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6752FB-07FA-4B44-980A-B9ED4CE399A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5524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6752FB-07FA-4B44-980A-B9ED4CE399A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0172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6752FB-07FA-4B44-980A-B9ED4CE399A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201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ignup?ref_cta=Sign+up&amp;ref_loc=header+logged+out&amp;ref_page=%2F&amp;source=header-home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github.com/MhamedAshrf/CSCI101_github/tree/main" TargetMode="Externa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E634D492-0590-6F8D-693A-79B676176A54}"/>
              </a:ext>
            </a:extLst>
          </p:cNvPr>
          <p:cNvGrpSpPr/>
          <p:nvPr/>
        </p:nvGrpSpPr>
        <p:grpSpPr>
          <a:xfrm>
            <a:off x="1240790" y="-144661"/>
            <a:ext cx="212090" cy="5288161"/>
            <a:chOff x="1240790" y="-144661"/>
            <a:chExt cx="55859" cy="1392767"/>
          </a:xfrm>
        </p:grpSpPr>
        <p:sp>
          <p:nvSpPr>
            <p:cNvPr id="24" name="Freeform 3">
              <a:extLst>
                <a:ext uri="{FF2B5EF4-FFF2-40B4-BE49-F238E27FC236}">
                  <a16:creationId xmlns:a16="http://schemas.microsoft.com/office/drawing/2014/main" id="{0CE70D60-AF90-8F45-84CD-99658252D9D4}"/>
                </a:ext>
              </a:extLst>
            </p:cNvPr>
            <p:cNvSpPr/>
            <p:nvPr/>
          </p:nvSpPr>
          <p:spPr>
            <a:xfrm>
              <a:off x="1240790" y="-106561"/>
              <a:ext cx="55859" cy="1354667"/>
            </a:xfrm>
            <a:custGeom>
              <a:avLst/>
              <a:gdLst/>
              <a:ahLst/>
              <a:cxnLst/>
              <a:rect l="l" t="t" r="r" b="b"/>
              <a:pathLst>
                <a:path w="55859" h="1354667">
                  <a:moveTo>
                    <a:pt x="0" y="0"/>
                  </a:moveTo>
                  <a:lnTo>
                    <a:pt x="55859" y="0"/>
                  </a:lnTo>
                  <a:lnTo>
                    <a:pt x="55859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5" name="TextBox 4">
              <a:extLst>
                <a:ext uri="{FF2B5EF4-FFF2-40B4-BE49-F238E27FC236}">
                  <a16:creationId xmlns:a16="http://schemas.microsoft.com/office/drawing/2014/main" id="{F9425ED1-F189-D1BF-5F52-5CE93FC00C62}"/>
                </a:ext>
              </a:extLst>
            </p:cNvPr>
            <p:cNvSpPr txBox="1"/>
            <p:nvPr/>
          </p:nvSpPr>
          <p:spPr>
            <a:xfrm>
              <a:off x="1240790" y="-144661"/>
              <a:ext cx="55859" cy="1392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6CE13A3-EE88-D4B2-7190-6CB364C58E5A}"/>
              </a:ext>
            </a:extLst>
          </p:cNvPr>
          <p:cNvGrpSpPr/>
          <p:nvPr/>
        </p:nvGrpSpPr>
        <p:grpSpPr>
          <a:xfrm>
            <a:off x="14500955" y="1721957"/>
            <a:ext cx="2758345" cy="390532"/>
            <a:chOff x="14500955" y="1721957"/>
            <a:chExt cx="726478" cy="102856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4146CD32-0E92-4376-F367-19FCDE58F3AE}"/>
                </a:ext>
              </a:extLst>
            </p:cNvPr>
            <p:cNvSpPr/>
            <p:nvPr/>
          </p:nvSpPr>
          <p:spPr>
            <a:xfrm>
              <a:off x="14500955" y="1760057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AA09B383-2FEB-3F84-1BB1-7563A9FD26D1}"/>
                </a:ext>
              </a:extLst>
            </p:cNvPr>
            <p:cNvSpPr txBox="1"/>
            <p:nvPr/>
          </p:nvSpPr>
          <p:spPr>
            <a:xfrm>
              <a:off x="14500955" y="1721957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9">
            <a:extLst>
              <a:ext uri="{FF2B5EF4-FFF2-40B4-BE49-F238E27FC236}">
                <a16:creationId xmlns:a16="http://schemas.microsoft.com/office/drawing/2014/main" id="{86A429D5-D961-3240-A8DF-F6A38729CF33}"/>
              </a:ext>
            </a:extLst>
          </p:cNvPr>
          <p:cNvSpPr txBox="1"/>
          <p:nvPr/>
        </p:nvSpPr>
        <p:spPr>
          <a:xfrm>
            <a:off x="2666602" y="3842722"/>
            <a:ext cx="16548187" cy="135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560"/>
              </a:lnSpc>
            </a:pPr>
            <a:r>
              <a:rPr lang="en-US" sz="9600" b="1">
                <a:solidFill>
                  <a:srgbClr val="1211CA"/>
                </a:solidFill>
                <a:latin typeface="Montserrat Ultra-Bold"/>
                <a:sym typeface="Montserrat Ultra-Bold"/>
              </a:rPr>
              <a:t>Operating</a:t>
            </a:r>
            <a:endParaRPr lang="en-US"/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0D3FB0CB-67DF-9460-4775-02C44C93EB81}"/>
              </a:ext>
            </a:extLst>
          </p:cNvPr>
          <p:cNvSpPr txBox="1"/>
          <p:nvPr/>
        </p:nvSpPr>
        <p:spPr>
          <a:xfrm>
            <a:off x="2666602" y="5039769"/>
            <a:ext cx="14484865" cy="135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560"/>
              </a:lnSpc>
            </a:pPr>
            <a:r>
              <a:rPr lang="en-US" sz="9600" b="1">
                <a:solidFill>
                  <a:srgbClr val="F9B314"/>
                </a:solidFill>
                <a:latin typeface="Montserrat Ultra-Bold"/>
                <a:sym typeface="Montserrat Ultra-Bold"/>
              </a:rPr>
              <a:t>Systems</a:t>
            </a:r>
            <a:endParaRPr lang="en-US"/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F29F171F-6929-00E3-5446-7832BB33ECFA}"/>
              </a:ext>
            </a:extLst>
          </p:cNvPr>
          <p:cNvSpPr txBox="1"/>
          <p:nvPr/>
        </p:nvSpPr>
        <p:spPr>
          <a:xfrm rot="16200000">
            <a:off x="-775100" y="6890150"/>
            <a:ext cx="397463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10101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Nile University</a:t>
            </a:r>
          </a:p>
        </p:txBody>
      </p:sp>
      <p:sp>
        <p:nvSpPr>
          <p:cNvPr id="18" name="TextBox 12">
            <a:extLst>
              <a:ext uri="{FF2B5EF4-FFF2-40B4-BE49-F238E27FC236}">
                <a16:creationId xmlns:a16="http://schemas.microsoft.com/office/drawing/2014/main" id="{2D1D58FA-349A-53CE-BFE5-65E45A7F7630}"/>
              </a:ext>
            </a:extLst>
          </p:cNvPr>
          <p:cNvSpPr txBox="1"/>
          <p:nvPr/>
        </p:nvSpPr>
        <p:spPr>
          <a:xfrm>
            <a:off x="2990967" y="6840043"/>
            <a:ext cx="9288593" cy="444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920"/>
              </a:lnSpc>
            </a:pPr>
            <a:r>
              <a:rPr lang="en-US" sz="2800" spc="963">
                <a:solidFill>
                  <a:srgbClr val="10101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LAB 5 – WEEK 6</a:t>
            </a:r>
          </a:p>
        </p:txBody>
      </p:sp>
      <p:sp>
        <p:nvSpPr>
          <p:cNvPr id="19" name="TextBox 13">
            <a:extLst>
              <a:ext uri="{FF2B5EF4-FFF2-40B4-BE49-F238E27FC236}">
                <a16:creationId xmlns:a16="http://schemas.microsoft.com/office/drawing/2014/main" id="{F48CB38B-E68F-F662-53C5-F8FB29C55711}"/>
              </a:ext>
            </a:extLst>
          </p:cNvPr>
          <p:cNvSpPr txBox="1"/>
          <p:nvPr/>
        </p:nvSpPr>
        <p:spPr>
          <a:xfrm>
            <a:off x="13769329" y="8636800"/>
            <a:ext cx="3489971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3920"/>
              </a:lnSpc>
            </a:pPr>
            <a:r>
              <a:rPr lang="en-US" sz="2800">
                <a:solidFill>
                  <a:srgbClr val="10101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CSCI101 Team</a:t>
            </a: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9E90DCF4-F24F-EE80-FB36-F21941766D48}"/>
              </a:ext>
            </a:extLst>
          </p:cNvPr>
          <p:cNvSpPr txBox="1"/>
          <p:nvPr/>
        </p:nvSpPr>
        <p:spPr>
          <a:xfrm>
            <a:off x="13769329" y="952500"/>
            <a:ext cx="3489971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5040"/>
              </a:lnSpc>
            </a:pPr>
            <a:r>
              <a:rPr lang="en-US" sz="3600" b="1">
                <a:solidFill>
                  <a:srgbClr val="10101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CSCI101</a:t>
            </a:r>
          </a:p>
        </p:txBody>
      </p:sp>
      <p:sp>
        <p:nvSpPr>
          <p:cNvPr id="21" name="Freeform 8">
            <a:extLst>
              <a:ext uri="{FF2B5EF4-FFF2-40B4-BE49-F238E27FC236}">
                <a16:creationId xmlns:a16="http://schemas.microsoft.com/office/drawing/2014/main" id="{6B85457B-76D7-62F5-5890-0DA93BE9C90F}"/>
              </a:ext>
            </a:extLst>
          </p:cNvPr>
          <p:cNvSpPr/>
          <p:nvPr/>
        </p:nvSpPr>
        <p:spPr>
          <a:xfrm>
            <a:off x="1812001" y="718113"/>
            <a:ext cx="5628393" cy="1360761"/>
          </a:xfrm>
          <a:custGeom>
            <a:avLst/>
            <a:gdLst/>
            <a:ahLst/>
            <a:cxnLst/>
            <a:rect l="l" t="t" r="r" b="b"/>
            <a:pathLst>
              <a:path w="5964569" h="1528849">
                <a:moveTo>
                  <a:pt x="0" y="0"/>
                </a:moveTo>
                <a:lnTo>
                  <a:pt x="5964569" y="0"/>
                </a:lnTo>
                <a:lnTo>
                  <a:pt x="5964569" y="1528850"/>
                </a:lnTo>
                <a:lnTo>
                  <a:pt x="0" y="15288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The Linux File System: Directories and Files">
            <a:extLst>
              <a:ext uri="{FF2B5EF4-FFF2-40B4-BE49-F238E27FC236}">
                <a16:creationId xmlns:a16="http://schemas.microsoft.com/office/drawing/2014/main" id="{D074C527-6D33-C7D2-1E31-ED58FC2C14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61" t="9926" r="4971" b="9228"/>
          <a:stretch/>
        </p:blipFill>
        <p:spPr bwMode="auto">
          <a:xfrm>
            <a:off x="7335682" y="3594852"/>
            <a:ext cx="10923587" cy="5685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2"/>
          <p:cNvSpPr txBox="1"/>
          <p:nvPr/>
        </p:nvSpPr>
        <p:spPr>
          <a:xfrm>
            <a:off x="995877" y="1988320"/>
            <a:ext cx="7170893" cy="41242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endParaRPr lang="en-US" sz="4400" b="0" i="0" u="none" strike="noStrike" baseline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l"/>
            <a:endParaRPr lang="en-US" sz="4800" b="0" i="0" u="none" strike="noStrike" baseline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sz="4400" b="1" i="0" u="none" strike="noStrike" baseline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4400" b="1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Key directories </a:t>
            </a:r>
            <a:endParaRPr lang="en-US" sz="4400" b="0" i="0" u="none" strike="noStrike" baseline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/ </a:t>
            </a:r>
            <a:r>
              <a:rPr lang="en-US" sz="44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en-US" sz="44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  Root directory.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/home </a:t>
            </a:r>
            <a:r>
              <a:rPr lang="en-US" sz="4400">
                <a:solidFill>
                  <a:srgbClr val="000000"/>
                </a:solidFill>
                <a:latin typeface="Wingdings" panose="05000000000000000000" pitchFamily="2" charset="2"/>
                <a:sym typeface="Wingdings" panose="05000000000000000000" pitchFamily="2" charset="2"/>
              </a:rPr>
              <a:t> </a:t>
            </a:r>
            <a:r>
              <a:rPr lang="en-US" sz="44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User directories.</a:t>
            </a:r>
            <a:endParaRPr lang="en-US" sz="4000">
              <a:solidFill>
                <a:srgbClr val="2D262A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1AA5D7BF-0F02-D3E4-23F4-59F8BC340833}"/>
              </a:ext>
            </a:extLst>
          </p:cNvPr>
          <p:cNvSpPr/>
          <p:nvPr/>
        </p:nvSpPr>
        <p:spPr>
          <a:xfrm>
            <a:off x="15182152" y="4533900"/>
            <a:ext cx="2286000" cy="1676400"/>
          </a:xfrm>
          <a:prstGeom prst="star5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tar: 5 Points 16">
            <a:extLst>
              <a:ext uri="{FF2B5EF4-FFF2-40B4-BE49-F238E27FC236}">
                <a16:creationId xmlns:a16="http://schemas.microsoft.com/office/drawing/2014/main" id="{FCC10F75-5214-2C9C-DDA4-EBF5DEEBA73D}"/>
              </a:ext>
            </a:extLst>
          </p:cNvPr>
          <p:cNvSpPr/>
          <p:nvPr/>
        </p:nvSpPr>
        <p:spPr>
          <a:xfrm>
            <a:off x="11517525" y="3098243"/>
            <a:ext cx="2286000" cy="1676400"/>
          </a:xfrm>
          <a:prstGeom prst="star5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A2A5B1C4-6C11-3182-861F-8980D9D51238}"/>
              </a:ext>
            </a:extLst>
          </p:cNvPr>
          <p:cNvSpPr/>
          <p:nvPr/>
        </p:nvSpPr>
        <p:spPr>
          <a:xfrm>
            <a:off x="9906000" y="3693813"/>
            <a:ext cx="1611525" cy="609600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03CD5123-B507-A38E-9624-336EB03D6AAB}"/>
              </a:ext>
            </a:extLst>
          </p:cNvPr>
          <p:cNvSpPr/>
          <p:nvPr/>
        </p:nvSpPr>
        <p:spPr>
          <a:xfrm rot="5400000">
            <a:off x="15519389" y="3267793"/>
            <a:ext cx="1611525" cy="609600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DBA524FE-318B-67DA-A005-1AC13B3DDB38}"/>
              </a:ext>
            </a:extLst>
          </p:cNvPr>
          <p:cNvSpPr txBox="1"/>
          <p:nvPr/>
        </p:nvSpPr>
        <p:spPr>
          <a:xfrm>
            <a:off x="5663088" y="978189"/>
            <a:ext cx="11596212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algn="r">
              <a:lnSpc>
                <a:spcPts val="5040"/>
              </a:lnSpc>
            </a:pPr>
            <a:r>
              <a:rPr lang="en-US" sz="4800">
                <a:solidFill>
                  <a:srgbClr val="101010"/>
                </a:solidFill>
                <a:latin typeface="Montserrat Classic Bold"/>
                <a:sym typeface="Montserrat Classic Bold"/>
              </a:rPr>
              <a:t>Recap on File System Structure</a:t>
            </a:r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4A53B4E-F53F-5204-9A0E-BCF79D66DD21}"/>
              </a:ext>
            </a:extLst>
          </p:cNvPr>
          <p:cNvGrpSpPr/>
          <p:nvPr/>
        </p:nvGrpSpPr>
        <p:grpSpPr>
          <a:xfrm>
            <a:off x="12954000" y="1800746"/>
            <a:ext cx="4533900" cy="373702"/>
            <a:chOff x="12954000" y="1800746"/>
            <a:chExt cx="726478" cy="102856"/>
          </a:xfrm>
        </p:grpSpPr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76DC36A4-96F3-ED79-5D72-8CEE01C73346}"/>
                </a:ext>
              </a:extLst>
            </p:cNvPr>
            <p:cNvSpPr/>
            <p:nvPr/>
          </p:nvSpPr>
          <p:spPr>
            <a:xfrm>
              <a:off x="12954000" y="1838846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4" name="TextBox 12">
              <a:extLst>
                <a:ext uri="{FF2B5EF4-FFF2-40B4-BE49-F238E27FC236}">
                  <a16:creationId xmlns:a16="http://schemas.microsoft.com/office/drawing/2014/main" id="{99B1B04A-CDC9-36F7-47ED-47169F59CB1A}"/>
                </a:ext>
              </a:extLst>
            </p:cNvPr>
            <p:cNvSpPr txBox="1"/>
            <p:nvPr/>
          </p:nvSpPr>
          <p:spPr>
            <a:xfrm>
              <a:off x="12954000" y="1800746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1C854A6-F500-3748-8DEE-6324620B0148}"/>
              </a:ext>
            </a:extLst>
          </p:cNvPr>
          <p:cNvGrpSpPr/>
          <p:nvPr/>
        </p:nvGrpSpPr>
        <p:grpSpPr>
          <a:xfrm>
            <a:off x="1028700" y="1430177"/>
            <a:ext cx="1856645" cy="212733"/>
            <a:chOff x="1028700" y="1430177"/>
            <a:chExt cx="488993" cy="56028"/>
          </a:xfrm>
        </p:grpSpPr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34694276-5DBE-56F3-D553-8EE9FD593CB5}"/>
                </a:ext>
              </a:extLst>
            </p:cNvPr>
            <p:cNvSpPr/>
            <p:nvPr/>
          </p:nvSpPr>
          <p:spPr>
            <a:xfrm>
              <a:off x="1028700" y="1468277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9" name="TextBox 17">
              <a:extLst>
                <a:ext uri="{FF2B5EF4-FFF2-40B4-BE49-F238E27FC236}">
                  <a16:creationId xmlns:a16="http://schemas.microsoft.com/office/drawing/2014/main" id="{5691E73C-13BF-9945-D380-8A5CD0CD8CE0}"/>
                </a:ext>
              </a:extLst>
            </p:cNvPr>
            <p:cNvSpPr txBox="1"/>
            <p:nvPr/>
          </p:nvSpPr>
          <p:spPr>
            <a:xfrm>
              <a:off x="1028700" y="1430177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8">
            <a:extLst>
              <a:ext uri="{FF2B5EF4-FFF2-40B4-BE49-F238E27FC236}">
                <a16:creationId xmlns:a16="http://schemas.microsoft.com/office/drawing/2014/main" id="{FAD3268E-F1F4-76C0-8492-A7DE90F8181F}"/>
              </a:ext>
            </a:extLst>
          </p:cNvPr>
          <p:cNvSpPr txBox="1"/>
          <p:nvPr/>
        </p:nvSpPr>
        <p:spPr>
          <a:xfrm>
            <a:off x="1028700" y="981075"/>
            <a:ext cx="3489971" cy="40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1010"/>
                </a:solidFill>
                <a:latin typeface="Montserrat Classic Bold"/>
                <a:sym typeface="Montserrat Classic Bold"/>
              </a:rPr>
              <a:t>CSCI101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804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 txBox="1"/>
          <p:nvPr/>
        </p:nvSpPr>
        <p:spPr>
          <a:xfrm>
            <a:off x="573536" y="3425904"/>
            <a:ext cx="6770477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8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If I want to go to </a:t>
            </a:r>
            <a:r>
              <a:rPr lang="en-US" sz="4800" b="1" i="0" u="none" strike="noStrike" baseline="0" err="1">
                <a:solidFill>
                  <a:srgbClr val="000000"/>
                </a:solidFill>
                <a:latin typeface="Calibri" panose="020F0502020204030204" pitchFamily="34" charset="0"/>
              </a:rPr>
              <a:t>mary</a:t>
            </a:r>
            <a:r>
              <a:rPr lang="en-US" sz="48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 user directory what should I write in the path ? </a:t>
            </a:r>
            <a:endParaRPr lang="en-US" sz="4400">
              <a:solidFill>
                <a:srgbClr val="2D262A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</p:txBody>
      </p:sp>
      <p:pic>
        <p:nvPicPr>
          <p:cNvPr id="15" name="Picture 14" descr="The Linux File System: Directories and Files">
            <a:extLst>
              <a:ext uri="{FF2B5EF4-FFF2-40B4-BE49-F238E27FC236}">
                <a16:creationId xmlns:a16="http://schemas.microsoft.com/office/drawing/2014/main" id="{D074C527-6D33-C7D2-1E31-ED58FC2C14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61" t="9926" r="4971" b="9228"/>
          <a:stretch/>
        </p:blipFill>
        <p:spPr bwMode="auto">
          <a:xfrm>
            <a:off x="7335682" y="3594852"/>
            <a:ext cx="10923587" cy="5685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1AA5D7BF-0F02-D3E4-23F4-59F8BC340833}"/>
              </a:ext>
            </a:extLst>
          </p:cNvPr>
          <p:cNvSpPr/>
          <p:nvPr/>
        </p:nvSpPr>
        <p:spPr>
          <a:xfrm>
            <a:off x="15182152" y="4533900"/>
            <a:ext cx="2286000" cy="1676400"/>
          </a:xfrm>
          <a:prstGeom prst="star5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tar: 5 Points 16">
            <a:extLst>
              <a:ext uri="{FF2B5EF4-FFF2-40B4-BE49-F238E27FC236}">
                <a16:creationId xmlns:a16="http://schemas.microsoft.com/office/drawing/2014/main" id="{FCC10F75-5214-2C9C-DDA4-EBF5DEEBA73D}"/>
              </a:ext>
            </a:extLst>
          </p:cNvPr>
          <p:cNvSpPr/>
          <p:nvPr/>
        </p:nvSpPr>
        <p:spPr>
          <a:xfrm>
            <a:off x="11517525" y="3098243"/>
            <a:ext cx="2286000" cy="1676400"/>
          </a:xfrm>
          <a:prstGeom prst="star5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A2A5B1C4-6C11-3182-861F-8980D9D51238}"/>
              </a:ext>
            </a:extLst>
          </p:cNvPr>
          <p:cNvSpPr/>
          <p:nvPr/>
        </p:nvSpPr>
        <p:spPr>
          <a:xfrm>
            <a:off x="9906000" y="3693813"/>
            <a:ext cx="1611525" cy="609600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03CD5123-B507-A38E-9624-336EB03D6AAB}"/>
              </a:ext>
            </a:extLst>
          </p:cNvPr>
          <p:cNvSpPr/>
          <p:nvPr/>
        </p:nvSpPr>
        <p:spPr>
          <a:xfrm rot="5400000">
            <a:off x="15519389" y="3267793"/>
            <a:ext cx="1611525" cy="609600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BA524FE-318B-67DA-A005-1AC13B3DDB38}"/>
              </a:ext>
            </a:extLst>
          </p:cNvPr>
          <p:cNvSpPr txBox="1"/>
          <p:nvPr/>
        </p:nvSpPr>
        <p:spPr>
          <a:xfrm>
            <a:off x="5882895" y="978189"/>
            <a:ext cx="11376405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algn="r">
              <a:lnSpc>
                <a:spcPts val="5040"/>
              </a:lnSpc>
            </a:pPr>
            <a:r>
              <a:rPr lang="en-US" sz="4800">
                <a:solidFill>
                  <a:srgbClr val="101010"/>
                </a:solidFill>
                <a:latin typeface="Montserrat Classic Bold"/>
                <a:sym typeface="Montserrat Classic Bold"/>
              </a:rPr>
              <a:t>Lets Refresh! Question...</a:t>
            </a:r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4A53B4E-F53F-5204-9A0E-BCF79D66DD21}"/>
              </a:ext>
            </a:extLst>
          </p:cNvPr>
          <p:cNvGrpSpPr/>
          <p:nvPr/>
        </p:nvGrpSpPr>
        <p:grpSpPr>
          <a:xfrm>
            <a:off x="12954000" y="1800746"/>
            <a:ext cx="4533900" cy="373702"/>
            <a:chOff x="12954000" y="1800746"/>
            <a:chExt cx="726478" cy="102856"/>
          </a:xfrm>
        </p:grpSpPr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76DC36A4-96F3-ED79-5D72-8CEE01C73346}"/>
                </a:ext>
              </a:extLst>
            </p:cNvPr>
            <p:cNvSpPr/>
            <p:nvPr/>
          </p:nvSpPr>
          <p:spPr>
            <a:xfrm>
              <a:off x="12954000" y="1838846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5" name="TextBox 12">
              <a:extLst>
                <a:ext uri="{FF2B5EF4-FFF2-40B4-BE49-F238E27FC236}">
                  <a16:creationId xmlns:a16="http://schemas.microsoft.com/office/drawing/2014/main" id="{99B1B04A-CDC9-36F7-47ED-47169F59CB1A}"/>
                </a:ext>
              </a:extLst>
            </p:cNvPr>
            <p:cNvSpPr txBox="1"/>
            <p:nvPr/>
          </p:nvSpPr>
          <p:spPr>
            <a:xfrm>
              <a:off x="12954000" y="1800746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1C854A6-F500-3748-8DEE-6324620B0148}"/>
              </a:ext>
            </a:extLst>
          </p:cNvPr>
          <p:cNvGrpSpPr/>
          <p:nvPr/>
        </p:nvGrpSpPr>
        <p:grpSpPr>
          <a:xfrm>
            <a:off x="1028700" y="1430177"/>
            <a:ext cx="1856645" cy="212733"/>
            <a:chOff x="1028700" y="1430177"/>
            <a:chExt cx="488993" cy="56028"/>
          </a:xfrm>
        </p:grpSpPr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34694276-5DBE-56F3-D553-8EE9FD593CB5}"/>
                </a:ext>
              </a:extLst>
            </p:cNvPr>
            <p:cNvSpPr/>
            <p:nvPr/>
          </p:nvSpPr>
          <p:spPr>
            <a:xfrm>
              <a:off x="1028700" y="1468277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2" name="TextBox 17">
              <a:extLst>
                <a:ext uri="{FF2B5EF4-FFF2-40B4-BE49-F238E27FC236}">
                  <a16:creationId xmlns:a16="http://schemas.microsoft.com/office/drawing/2014/main" id="{5691E73C-13BF-9945-D380-8A5CD0CD8CE0}"/>
                </a:ext>
              </a:extLst>
            </p:cNvPr>
            <p:cNvSpPr txBox="1"/>
            <p:nvPr/>
          </p:nvSpPr>
          <p:spPr>
            <a:xfrm>
              <a:off x="1028700" y="1430177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FAD3268E-F1F4-76C0-8492-A7DE90F8181F}"/>
              </a:ext>
            </a:extLst>
          </p:cNvPr>
          <p:cNvSpPr txBox="1"/>
          <p:nvPr/>
        </p:nvSpPr>
        <p:spPr>
          <a:xfrm>
            <a:off x="1028700" y="981075"/>
            <a:ext cx="3489971" cy="40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1010"/>
                </a:solidFill>
                <a:latin typeface="Montserrat Classic Bold"/>
                <a:sym typeface="Montserrat Classic Bold"/>
              </a:rPr>
              <a:t>CSCI101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245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C698593-8259-97BA-9A34-3E6EB603C5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054327"/>
              </p:ext>
            </p:extLst>
          </p:nvPr>
        </p:nvGraphicFramePr>
        <p:xfrm>
          <a:off x="1453242" y="2628900"/>
          <a:ext cx="14554200" cy="72420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7000">
                  <a:extLst>
                    <a:ext uri="{9D8B030D-6E8A-4147-A177-3AD203B41FA5}">
                      <a16:colId xmlns:a16="http://schemas.microsoft.com/office/drawing/2014/main" val="2995546399"/>
                    </a:ext>
                  </a:extLst>
                </a:gridCol>
                <a:gridCol w="8077200">
                  <a:extLst>
                    <a:ext uri="{9D8B030D-6E8A-4147-A177-3AD203B41FA5}">
                      <a16:colId xmlns:a16="http://schemas.microsoft.com/office/drawing/2014/main" val="3545403427"/>
                    </a:ext>
                  </a:extLst>
                </a:gridCol>
              </a:tblGrid>
              <a:tr h="836839">
                <a:tc>
                  <a:txBody>
                    <a:bodyPr/>
                    <a:lstStyle/>
                    <a:p>
                      <a:pPr algn="ctr"/>
                      <a:r>
                        <a:rPr lang="en-US" sz="4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Used for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bg1"/>
                          </a:solidFill>
                        </a:rPr>
                        <a:t>Commands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64441"/>
                  </a:ext>
                </a:extLst>
              </a:tr>
              <a:tr h="8107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n-cs"/>
                        </a:rPr>
                        <a:t>Navigating Directories</a:t>
                      </a:r>
                      <a:endParaRPr kumimoji="0" lang="en-US" sz="3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lang="en-US" sz="2400" b="1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ls   </a:t>
                      </a:r>
                      <a:r>
                        <a:rPr lang="en-US" sz="2400" b="1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2400" b="1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list files</a:t>
                      </a:r>
                    </a:p>
                    <a:p>
                      <a:pPr marL="0" marR="0" lvl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lang="en-US" sz="2400" b="1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cd </a:t>
                      </a:r>
                      <a:r>
                        <a:rPr lang="en-US" sz="2400" b="1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2400" b="1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change directory</a:t>
                      </a:r>
                    </a:p>
                    <a:p>
                      <a:pPr marL="0" marR="0" lvl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lang="en-US" sz="2400" b="1" kern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Pwd</a:t>
                      </a:r>
                      <a:r>
                        <a:rPr lang="en-US" sz="2400" b="1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b="1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2400" b="1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print working directory</a:t>
                      </a:r>
                      <a:endParaRPr lang="en-US" sz="20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9910227"/>
                  </a:ext>
                </a:extLst>
              </a:tr>
              <a:tr h="982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1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File Management</a:t>
                      </a:r>
                      <a:endParaRPr kumimoji="0" lang="en-US" sz="3200" b="1" i="0" u="none" strike="noStrike" kern="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Arial" panose="020B0604020202020204" pitchFamily="34" charset="0"/>
                        </a:rPr>
                        <a:t>cp </a:t>
                      </a:r>
                      <a:r>
                        <a:rPr lang="en-US" sz="2400" b="1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2400" b="1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Arial" panose="020B0604020202020204" pitchFamily="34" charset="0"/>
                        </a:rPr>
                        <a:t>copy</a:t>
                      </a:r>
                    </a:p>
                    <a:p>
                      <a:r>
                        <a:rPr lang="en-US" sz="2400" b="1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Arial" panose="020B0604020202020204" pitchFamily="34" charset="0"/>
                        </a:rPr>
                        <a:t>mv </a:t>
                      </a:r>
                      <a:r>
                        <a:rPr lang="en-US" sz="2400" b="1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2400" b="1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2400" b="1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Arial" panose="020B0604020202020204" pitchFamily="34" charset="0"/>
                        </a:rPr>
                        <a:t>move</a:t>
                      </a:r>
                    </a:p>
                    <a:p>
                      <a:r>
                        <a:rPr lang="en-US" sz="2400" b="1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Arial" panose="020B0604020202020204" pitchFamily="34" charset="0"/>
                        </a:rPr>
                        <a:t>rm </a:t>
                      </a:r>
                      <a:r>
                        <a:rPr lang="en-US" sz="2400" b="1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2400" b="1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Arial" panose="020B0604020202020204" pitchFamily="34" charset="0"/>
                        </a:rPr>
                        <a:t>remove</a:t>
                      </a:r>
                    </a:p>
                    <a:p>
                      <a:r>
                        <a:rPr lang="en-US" sz="2400" b="1" kern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Arial" panose="020B0604020202020204" pitchFamily="34" charset="0"/>
                        </a:rPr>
                        <a:t>mkdir</a:t>
                      </a:r>
                      <a:r>
                        <a:rPr lang="en-US" sz="2400" b="1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b="1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2400" b="1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Arial" panose="020B0604020202020204" pitchFamily="34" charset="0"/>
                        </a:rPr>
                        <a:t>make directory</a:t>
                      </a:r>
                      <a:endParaRPr lang="en-US" sz="2400" b="1" ker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7552580"/>
                  </a:ext>
                </a:extLst>
              </a:tr>
              <a:tr h="1080984">
                <a:tc>
                  <a:txBody>
                    <a:bodyPr/>
                    <a:lstStyle/>
                    <a:p>
                      <a:pPr algn="ctr"/>
                      <a:r>
                        <a:rPr kumimoji="0" lang="en-US" sz="3200" b="1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Viewing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Arial" panose="020B0604020202020204" pitchFamily="34" charset="0"/>
                        </a:rPr>
                        <a:t>cat </a:t>
                      </a:r>
                      <a:r>
                        <a:rPr lang="en-US" sz="2400" b="1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 read file</a:t>
                      </a:r>
                      <a:endParaRPr lang="en-US" sz="2400" b="1" ker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Arial" panose="020B0604020202020204" pitchFamily="34" charset="0"/>
                        </a:rPr>
                        <a:t>less </a:t>
                      </a:r>
                      <a:r>
                        <a:rPr lang="en-US" sz="2400" b="1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2400" b="1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Arial" panose="020B0604020202020204" pitchFamily="34" charset="0"/>
                        </a:rPr>
                        <a:t>read the first page in a file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Arial" panose="020B0604020202020204" pitchFamily="34" charset="0"/>
                        </a:rPr>
                        <a:t>head </a:t>
                      </a:r>
                      <a:r>
                        <a:rPr lang="en-US" sz="2400" b="1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2400" b="1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Arial" panose="020B0604020202020204" pitchFamily="34" charset="0"/>
                        </a:rPr>
                        <a:t> display first 5 rows in file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Arial" panose="020B0604020202020204" pitchFamily="34" charset="0"/>
                        </a:rPr>
                        <a:t>tail </a:t>
                      </a:r>
                      <a:r>
                        <a:rPr lang="en-US" sz="2400" b="1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2400" b="1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Arial" panose="020B0604020202020204" pitchFamily="34" charset="0"/>
                        </a:rPr>
                        <a:t> display last 5 rows in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464532"/>
                  </a:ext>
                </a:extLst>
              </a:tr>
              <a:tr h="7847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3200" b="1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Creating File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Arial" panose="020B0604020202020204" pitchFamily="34" charset="0"/>
                        </a:rPr>
                        <a:t>touch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541670"/>
                  </a:ext>
                </a:extLst>
              </a:tr>
              <a:tr h="982066">
                <a:tc>
                  <a:txBody>
                    <a:bodyPr/>
                    <a:lstStyle/>
                    <a:p>
                      <a:pPr algn="ctr"/>
                      <a:r>
                        <a:rPr kumimoji="0" lang="en-US" sz="3200" b="1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Getting Help about command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Arial" panose="020B0604020202020204" pitchFamily="34" charset="0"/>
                        </a:rPr>
                        <a:t>man</a:t>
                      </a:r>
                    </a:p>
                    <a:p>
                      <a:r>
                        <a:rPr lang="en-US" sz="2400" b="1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Arial" panose="020B0604020202020204" pitchFamily="34" charset="0"/>
                        </a:rPr>
                        <a:t>--help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3338921"/>
                  </a:ext>
                </a:extLst>
              </a:tr>
            </a:tbl>
          </a:graphicData>
        </a:graphic>
      </p:graphicFrame>
      <p:sp>
        <p:nvSpPr>
          <p:cNvPr id="9" name="TextBox 9">
            <a:extLst>
              <a:ext uri="{FF2B5EF4-FFF2-40B4-BE49-F238E27FC236}">
                <a16:creationId xmlns:a16="http://schemas.microsoft.com/office/drawing/2014/main" id="{AC3ADEE7-D089-D37A-482B-B21A27724295}"/>
              </a:ext>
            </a:extLst>
          </p:cNvPr>
          <p:cNvSpPr txBox="1"/>
          <p:nvPr/>
        </p:nvSpPr>
        <p:spPr>
          <a:xfrm>
            <a:off x="5882895" y="978189"/>
            <a:ext cx="11376405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algn="r">
              <a:lnSpc>
                <a:spcPts val="5040"/>
              </a:lnSpc>
            </a:pPr>
            <a:r>
              <a:rPr lang="en-US" sz="4800">
                <a:solidFill>
                  <a:srgbClr val="101010"/>
                </a:solidFill>
                <a:latin typeface="Montserrat Classic Bold"/>
                <a:sym typeface="Montserrat Classic Bold"/>
              </a:rPr>
              <a:t>The Basic Commands</a:t>
            </a:r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7C53214-6991-3EAF-E2B7-6449AEDA4536}"/>
              </a:ext>
            </a:extLst>
          </p:cNvPr>
          <p:cNvGrpSpPr/>
          <p:nvPr/>
        </p:nvGrpSpPr>
        <p:grpSpPr>
          <a:xfrm>
            <a:off x="12954000" y="1800746"/>
            <a:ext cx="4533900" cy="373702"/>
            <a:chOff x="12954000" y="1800746"/>
            <a:chExt cx="726478" cy="102856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C95E79DA-C4BC-FFFB-B77B-5EA49BD544A5}"/>
                </a:ext>
              </a:extLst>
            </p:cNvPr>
            <p:cNvSpPr/>
            <p:nvPr/>
          </p:nvSpPr>
          <p:spPr>
            <a:xfrm>
              <a:off x="12954000" y="1838846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5" name="TextBox 12">
              <a:extLst>
                <a:ext uri="{FF2B5EF4-FFF2-40B4-BE49-F238E27FC236}">
                  <a16:creationId xmlns:a16="http://schemas.microsoft.com/office/drawing/2014/main" id="{CC2615A2-7AE2-AC59-4148-FC19C12D9432}"/>
                </a:ext>
              </a:extLst>
            </p:cNvPr>
            <p:cNvSpPr txBox="1"/>
            <p:nvPr/>
          </p:nvSpPr>
          <p:spPr>
            <a:xfrm>
              <a:off x="12954000" y="1800746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916911-9930-3F80-F07D-9B5DA4A368A2}"/>
              </a:ext>
            </a:extLst>
          </p:cNvPr>
          <p:cNvGrpSpPr/>
          <p:nvPr/>
        </p:nvGrpSpPr>
        <p:grpSpPr>
          <a:xfrm>
            <a:off x="1028700" y="1430177"/>
            <a:ext cx="1856645" cy="212733"/>
            <a:chOff x="1028700" y="1430177"/>
            <a:chExt cx="488993" cy="56028"/>
          </a:xfrm>
        </p:grpSpPr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1FECAFDA-34B1-7434-C358-9805932A6C8E}"/>
                </a:ext>
              </a:extLst>
            </p:cNvPr>
            <p:cNvSpPr/>
            <p:nvPr/>
          </p:nvSpPr>
          <p:spPr>
            <a:xfrm>
              <a:off x="1028700" y="1468277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9" name="TextBox 17">
              <a:extLst>
                <a:ext uri="{FF2B5EF4-FFF2-40B4-BE49-F238E27FC236}">
                  <a16:creationId xmlns:a16="http://schemas.microsoft.com/office/drawing/2014/main" id="{229E663C-4FCA-B550-C1FF-855D5592B35E}"/>
                </a:ext>
              </a:extLst>
            </p:cNvPr>
            <p:cNvSpPr txBox="1"/>
            <p:nvPr/>
          </p:nvSpPr>
          <p:spPr>
            <a:xfrm>
              <a:off x="1028700" y="1430177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18">
            <a:extLst>
              <a:ext uri="{FF2B5EF4-FFF2-40B4-BE49-F238E27FC236}">
                <a16:creationId xmlns:a16="http://schemas.microsoft.com/office/drawing/2014/main" id="{4B256AD7-F045-7009-6D4C-8C74DBA646FA}"/>
              </a:ext>
            </a:extLst>
          </p:cNvPr>
          <p:cNvSpPr txBox="1"/>
          <p:nvPr/>
        </p:nvSpPr>
        <p:spPr>
          <a:xfrm>
            <a:off x="1028700" y="981075"/>
            <a:ext cx="3489971" cy="40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1010"/>
                </a:solidFill>
                <a:latin typeface="Montserrat Classic Bold"/>
                <a:sym typeface="Montserrat Classic Bold"/>
              </a:rPr>
              <a:t>CSCI101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802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B3E74B0-586D-88C9-0A6A-E8B37B309281}"/>
              </a:ext>
            </a:extLst>
          </p:cNvPr>
          <p:cNvSpPr txBox="1"/>
          <p:nvPr/>
        </p:nvSpPr>
        <p:spPr>
          <a:xfrm>
            <a:off x="1601619" y="4380369"/>
            <a:ext cx="15069064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800"/>
              <a:t>"Have you ever wondered how you could run two operating systems on the same computer at the same time without deleting anything?"</a:t>
            </a:r>
          </a:p>
        </p:txBody>
      </p:sp>
      <p:sp>
        <p:nvSpPr>
          <p:cNvPr id="25" name="TextBox 9">
            <a:extLst>
              <a:ext uri="{FF2B5EF4-FFF2-40B4-BE49-F238E27FC236}">
                <a16:creationId xmlns:a16="http://schemas.microsoft.com/office/drawing/2014/main" id="{7ACA94C7-D0F2-E566-2B01-27667F830878}"/>
              </a:ext>
            </a:extLst>
          </p:cNvPr>
          <p:cNvSpPr txBox="1"/>
          <p:nvPr/>
        </p:nvSpPr>
        <p:spPr>
          <a:xfrm>
            <a:off x="5882895" y="978189"/>
            <a:ext cx="11376405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algn="r">
              <a:lnSpc>
                <a:spcPts val="5040"/>
              </a:lnSpc>
            </a:pPr>
            <a:r>
              <a:rPr lang="en-US" sz="4800">
                <a:solidFill>
                  <a:srgbClr val="101010"/>
                </a:solidFill>
                <a:latin typeface="Montserrat Classic Bold"/>
                <a:sym typeface="Montserrat Classic Bold"/>
              </a:rPr>
              <a:t>Question...</a:t>
            </a:r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7F61864-91F3-C900-E8F7-A126933C23F3}"/>
              </a:ext>
            </a:extLst>
          </p:cNvPr>
          <p:cNvGrpSpPr/>
          <p:nvPr/>
        </p:nvGrpSpPr>
        <p:grpSpPr>
          <a:xfrm>
            <a:off x="12954000" y="1800746"/>
            <a:ext cx="4533900" cy="373702"/>
            <a:chOff x="12954000" y="1800746"/>
            <a:chExt cx="726478" cy="102856"/>
          </a:xfrm>
        </p:grpSpPr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67D15B9E-026F-BA6D-DBFA-984E7C6CCFD4}"/>
                </a:ext>
              </a:extLst>
            </p:cNvPr>
            <p:cNvSpPr/>
            <p:nvPr/>
          </p:nvSpPr>
          <p:spPr>
            <a:xfrm>
              <a:off x="12954000" y="1838846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2" name="TextBox 12">
              <a:extLst>
                <a:ext uri="{FF2B5EF4-FFF2-40B4-BE49-F238E27FC236}">
                  <a16:creationId xmlns:a16="http://schemas.microsoft.com/office/drawing/2014/main" id="{4C64DE60-6913-DB82-B4AF-97DB1127E946}"/>
                </a:ext>
              </a:extLst>
            </p:cNvPr>
            <p:cNvSpPr txBox="1"/>
            <p:nvPr/>
          </p:nvSpPr>
          <p:spPr>
            <a:xfrm>
              <a:off x="12954000" y="1800746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782914C-FDA1-8214-D5BC-9895FAA8DAB8}"/>
              </a:ext>
            </a:extLst>
          </p:cNvPr>
          <p:cNvGrpSpPr/>
          <p:nvPr/>
        </p:nvGrpSpPr>
        <p:grpSpPr>
          <a:xfrm>
            <a:off x="1028700" y="1430177"/>
            <a:ext cx="1856645" cy="212733"/>
            <a:chOff x="1028700" y="1430177"/>
            <a:chExt cx="488993" cy="56028"/>
          </a:xfrm>
        </p:grpSpPr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B33383BB-9309-8160-391D-D6CEE3DBF872}"/>
                </a:ext>
              </a:extLst>
            </p:cNvPr>
            <p:cNvSpPr/>
            <p:nvPr/>
          </p:nvSpPr>
          <p:spPr>
            <a:xfrm>
              <a:off x="1028700" y="1468277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0" name="TextBox 17">
              <a:extLst>
                <a:ext uri="{FF2B5EF4-FFF2-40B4-BE49-F238E27FC236}">
                  <a16:creationId xmlns:a16="http://schemas.microsoft.com/office/drawing/2014/main" id="{6657C2A6-B960-116F-BED4-ADC4D9C56B64}"/>
                </a:ext>
              </a:extLst>
            </p:cNvPr>
            <p:cNvSpPr txBox="1"/>
            <p:nvPr/>
          </p:nvSpPr>
          <p:spPr>
            <a:xfrm>
              <a:off x="1028700" y="1430177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TextBox 18">
            <a:extLst>
              <a:ext uri="{FF2B5EF4-FFF2-40B4-BE49-F238E27FC236}">
                <a16:creationId xmlns:a16="http://schemas.microsoft.com/office/drawing/2014/main" id="{E7B9851E-CD12-AEAF-CE01-EC438EF2A449}"/>
              </a:ext>
            </a:extLst>
          </p:cNvPr>
          <p:cNvSpPr txBox="1"/>
          <p:nvPr/>
        </p:nvSpPr>
        <p:spPr>
          <a:xfrm>
            <a:off x="1028700" y="981075"/>
            <a:ext cx="3489971" cy="40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1010"/>
                </a:solidFill>
                <a:latin typeface="Montserrat Classic Bold"/>
                <a:sym typeface="Montserrat Classic Bold"/>
              </a:rPr>
              <a:t>CSCI101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188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B3E74B0-586D-88C9-0A6A-E8B37B309281}"/>
              </a:ext>
            </a:extLst>
          </p:cNvPr>
          <p:cNvSpPr txBox="1"/>
          <p:nvPr/>
        </p:nvSpPr>
        <p:spPr>
          <a:xfrm>
            <a:off x="373794" y="3154062"/>
            <a:ext cx="17741211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ea typeface="+mn-lt"/>
                <a:cs typeface="+mn-lt"/>
              </a:rPr>
              <a:t>Think of VirtualBox like a house that allows you to build many rooms, each with its own design. In our case, each ‘room’ is an operating system, and the ‘house’ is your actual computer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C966EF-A849-B9E9-BC1E-AEF69A849AD7}"/>
              </a:ext>
            </a:extLst>
          </p:cNvPr>
          <p:cNvSpPr txBox="1"/>
          <p:nvPr/>
        </p:nvSpPr>
        <p:spPr>
          <a:xfrm>
            <a:off x="528252" y="6397711"/>
            <a:ext cx="17447739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/>
              <a:t>Definition -&gt; </a:t>
            </a:r>
            <a:r>
              <a:rPr lang="en-US" sz="4800"/>
              <a:t>VirtualBox is a software that allows you to run multiple operating systems, like Linux, on your existing computer, without the need to restart or delete anything</a:t>
            </a:r>
            <a:r>
              <a:rPr lang="en-US" sz="4800" i="1"/>
              <a:t>.</a:t>
            </a:r>
            <a:endParaRPr lang="en-US" sz="4800">
              <a:ea typeface="Calibri"/>
              <a:cs typeface="Calibri"/>
            </a:endParaRP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8AF53765-6064-6B40-0E39-6B5350CC339A}"/>
              </a:ext>
            </a:extLst>
          </p:cNvPr>
          <p:cNvSpPr txBox="1"/>
          <p:nvPr/>
        </p:nvSpPr>
        <p:spPr>
          <a:xfrm>
            <a:off x="5882895" y="978189"/>
            <a:ext cx="11376405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algn="r">
              <a:lnSpc>
                <a:spcPts val="5040"/>
              </a:lnSpc>
            </a:pPr>
            <a:r>
              <a:rPr lang="en-US" sz="4800">
                <a:solidFill>
                  <a:srgbClr val="101010"/>
                </a:solidFill>
                <a:latin typeface="Montserrat Classic Bold"/>
                <a:sym typeface="Montserrat Classic Bold"/>
              </a:rPr>
              <a:t>VirtualBox</a:t>
            </a:r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044FBA8-F85D-C400-743F-2804A2C8AB86}"/>
              </a:ext>
            </a:extLst>
          </p:cNvPr>
          <p:cNvGrpSpPr/>
          <p:nvPr/>
        </p:nvGrpSpPr>
        <p:grpSpPr>
          <a:xfrm>
            <a:off x="12954000" y="1800746"/>
            <a:ext cx="4533900" cy="373702"/>
            <a:chOff x="12954000" y="1800746"/>
            <a:chExt cx="726478" cy="102856"/>
          </a:xfrm>
        </p:grpSpPr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C88D7DC3-89BB-3453-6528-468CB8F6ADA2}"/>
                </a:ext>
              </a:extLst>
            </p:cNvPr>
            <p:cNvSpPr/>
            <p:nvPr/>
          </p:nvSpPr>
          <p:spPr>
            <a:xfrm>
              <a:off x="12954000" y="1838846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7" name="TextBox 12">
              <a:extLst>
                <a:ext uri="{FF2B5EF4-FFF2-40B4-BE49-F238E27FC236}">
                  <a16:creationId xmlns:a16="http://schemas.microsoft.com/office/drawing/2014/main" id="{8E3F0BC2-2734-DD3B-816B-673AEAF3E5E5}"/>
                </a:ext>
              </a:extLst>
            </p:cNvPr>
            <p:cNvSpPr txBox="1"/>
            <p:nvPr/>
          </p:nvSpPr>
          <p:spPr>
            <a:xfrm>
              <a:off x="12954000" y="1800746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D5BB5BD-50E9-04B3-2FB3-686280198F2F}"/>
              </a:ext>
            </a:extLst>
          </p:cNvPr>
          <p:cNvGrpSpPr/>
          <p:nvPr/>
        </p:nvGrpSpPr>
        <p:grpSpPr>
          <a:xfrm>
            <a:off x="1028700" y="1430177"/>
            <a:ext cx="1856645" cy="212733"/>
            <a:chOff x="1028700" y="1430177"/>
            <a:chExt cx="488993" cy="56028"/>
          </a:xfrm>
        </p:grpSpPr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FD9BCDEB-55B5-74CF-89CA-EAE274CC716A}"/>
                </a:ext>
              </a:extLst>
            </p:cNvPr>
            <p:cNvSpPr/>
            <p:nvPr/>
          </p:nvSpPr>
          <p:spPr>
            <a:xfrm>
              <a:off x="1028700" y="1468277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1" name="TextBox 17">
              <a:extLst>
                <a:ext uri="{FF2B5EF4-FFF2-40B4-BE49-F238E27FC236}">
                  <a16:creationId xmlns:a16="http://schemas.microsoft.com/office/drawing/2014/main" id="{FC6BBB73-433B-EB69-B220-8C5DE149065A}"/>
                </a:ext>
              </a:extLst>
            </p:cNvPr>
            <p:cNvSpPr txBox="1"/>
            <p:nvPr/>
          </p:nvSpPr>
          <p:spPr>
            <a:xfrm>
              <a:off x="1028700" y="1430177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TextBox 18">
            <a:extLst>
              <a:ext uri="{FF2B5EF4-FFF2-40B4-BE49-F238E27FC236}">
                <a16:creationId xmlns:a16="http://schemas.microsoft.com/office/drawing/2014/main" id="{674E3C0E-51E9-E7FD-E538-CF1F197584F3}"/>
              </a:ext>
            </a:extLst>
          </p:cNvPr>
          <p:cNvSpPr txBox="1"/>
          <p:nvPr/>
        </p:nvSpPr>
        <p:spPr>
          <a:xfrm>
            <a:off x="1028700" y="981075"/>
            <a:ext cx="3489971" cy="40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1010"/>
                </a:solidFill>
                <a:latin typeface="Montserrat Classic Bold"/>
                <a:sym typeface="Montserrat Classic Bold"/>
              </a:rPr>
              <a:t>CSCI101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37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2A501C4C-55B4-8747-C72B-57BA93744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602" y="2563141"/>
            <a:ext cx="14210186" cy="7422663"/>
          </a:xfrm>
          <a:prstGeom prst="rect">
            <a:avLst/>
          </a:prstGeom>
        </p:spPr>
      </p:pic>
      <p:sp>
        <p:nvSpPr>
          <p:cNvPr id="24" name="TextBox 9">
            <a:extLst>
              <a:ext uri="{FF2B5EF4-FFF2-40B4-BE49-F238E27FC236}">
                <a16:creationId xmlns:a16="http://schemas.microsoft.com/office/drawing/2014/main" id="{AFB7DCBE-540C-00E5-823E-E65EB2E8564F}"/>
              </a:ext>
            </a:extLst>
          </p:cNvPr>
          <p:cNvSpPr txBox="1"/>
          <p:nvPr/>
        </p:nvSpPr>
        <p:spPr>
          <a:xfrm>
            <a:off x="5882895" y="978189"/>
            <a:ext cx="11376405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algn="r">
              <a:lnSpc>
                <a:spcPts val="5040"/>
              </a:lnSpc>
            </a:pPr>
            <a:r>
              <a:rPr lang="en-US" sz="4800">
                <a:solidFill>
                  <a:srgbClr val="101010"/>
                </a:solidFill>
                <a:latin typeface="Montserrat Classic Bold"/>
                <a:sym typeface="Montserrat Classic Bold"/>
              </a:rPr>
              <a:t>VirtualBox Interface</a:t>
            </a:r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8B91BCF-2294-DB11-9184-FFE39B998603}"/>
              </a:ext>
            </a:extLst>
          </p:cNvPr>
          <p:cNvGrpSpPr/>
          <p:nvPr/>
        </p:nvGrpSpPr>
        <p:grpSpPr>
          <a:xfrm>
            <a:off x="12954000" y="1800746"/>
            <a:ext cx="4533900" cy="373702"/>
            <a:chOff x="12954000" y="1800746"/>
            <a:chExt cx="726478" cy="102856"/>
          </a:xfrm>
        </p:grpSpPr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F93CBE1E-B01D-4E9E-AC41-B43BE1EBC357}"/>
                </a:ext>
              </a:extLst>
            </p:cNvPr>
            <p:cNvSpPr/>
            <p:nvPr/>
          </p:nvSpPr>
          <p:spPr>
            <a:xfrm>
              <a:off x="12954000" y="1838846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7" name="TextBox 12">
              <a:extLst>
                <a:ext uri="{FF2B5EF4-FFF2-40B4-BE49-F238E27FC236}">
                  <a16:creationId xmlns:a16="http://schemas.microsoft.com/office/drawing/2014/main" id="{5D1A92CA-AE4C-9C89-E625-68078308077C}"/>
                </a:ext>
              </a:extLst>
            </p:cNvPr>
            <p:cNvSpPr txBox="1"/>
            <p:nvPr/>
          </p:nvSpPr>
          <p:spPr>
            <a:xfrm>
              <a:off x="12954000" y="1800746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486DB11-3BDC-58BC-9FB7-FC03EAD46CD9}"/>
              </a:ext>
            </a:extLst>
          </p:cNvPr>
          <p:cNvGrpSpPr/>
          <p:nvPr/>
        </p:nvGrpSpPr>
        <p:grpSpPr>
          <a:xfrm>
            <a:off x="1028700" y="1430177"/>
            <a:ext cx="1856645" cy="212733"/>
            <a:chOff x="1028700" y="1430177"/>
            <a:chExt cx="488993" cy="56028"/>
          </a:xfrm>
        </p:grpSpPr>
        <p:sp>
          <p:nvSpPr>
            <p:cNvPr id="30" name="Freeform 16">
              <a:extLst>
                <a:ext uri="{FF2B5EF4-FFF2-40B4-BE49-F238E27FC236}">
                  <a16:creationId xmlns:a16="http://schemas.microsoft.com/office/drawing/2014/main" id="{3A920A54-4396-5551-EFAA-4D67CFDCB8F4}"/>
                </a:ext>
              </a:extLst>
            </p:cNvPr>
            <p:cNvSpPr/>
            <p:nvPr/>
          </p:nvSpPr>
          <p:spPr>
            <a:xfrm>
              <a:off x="1028700" y="1468277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1" name="TextBox 17">
              <a:extLst>
                <a:ext uri="{FF2B5EF4-FFF2-40B4-BE49-F238E27FC236}">
                  <a16:creationId xmlns:a16="http://schemas.microsoft.com/office/drawing/2014/main" id="{85EE95CA-7976-C9F6-5164-89B897A05207}"/>
                </a:ext>
              </a:extLst>
            </p:cNvPr>
            <p:cNvSpPr txBox="1"/>
            <p:nvPr/>
          </p:nvSpPr>
          <p:spPr>
            <a:xfrm>
              <a:off x="1028700" y="1430177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4" name="TextBox 18">
            <a:extLst>
              <a:ext uri="{FF2B5EF4-FFF2-40B4-BE49-F238E27FC236}">
                <a16:creationId xmlns:a16="http://schemas.microsoft.com/office/drawing/2014/main" id="{BD473DBF-7C5A-0CDB-9EAE-ADA69416221A}"/>
              </a:ext>
            </a:extLst>
          </p:cNvPr>
          <p:cNvSpPr txBox="1"/>
          <p:nvPr/>
        </p:nvSpPr>
        <p:spPr>
          <a:xfrm>
            <a:off x="1028700" y="981075"/>
            <a:ext cx="3489971" cy="40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1010"/>
                </a:solidFill>
                <a:latin typeface="Montserrat Classic Bold"/>
                <a:sym typeface="Montserrat Classic Bold"/>
              </a:rPr>
              <a:t>CSCI101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624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A158E119-0D22-A1A1-4761-8499CB97D43E}"/>
              </a:ext>
            </a:extLst>
          </p:cNvPr>
          <p:cNvSpPr txBox="1"/>
          <p:nvPr/>
        </p:nvSpPr>
        <p:spPr>
          <a:xfrm>
            <a:off x="533400" y="2546453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>
                <a:solidFill>
                  <a:srgbClr val="1211CA"/>
                </a:solidFill>
                <a:latin typeface="Montserrat Ultra-Bold"/>
              </a:rPr>
              <a:t>Open your terminal in Linux </a:t>
            </a:r>
          </a:p>
        </p:txBody>
      </p:sp>
      <p:pic>
        <p:nvPicPr>
          <p:cNvPr id="2050" name="Picture 2" descr="3--Open-Terminal">
            <a:extLst>
              <a:ext uri="{FF2B5EF4-FFF2-40B4-BE49-F238E27FC236}">
                <a16:creationId xmlns:a16="http://schemas.microsoft.com/office/drawing/2014/main" id="{632524E0-251B-6A1D-B8B9-B742B25B4D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18" r="28183" b="58905"/>
          <a:stretch/>
        </p:blipFill>
        <p:spPr bwMode="auto">
          <a:xfrm>
            <a:off x="3429000" y="3924300"/>
            <a:ext cx="11205014" cy="4700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9">
            <a:extLst>
              <a:ext uri="{FF2B5EF4-FFF2-40B4-BE49-F238E27FC236}">
                <a16:creationId xmlns:a16="http://schemas.microsoft.com/office/drawing/2014/main" id="{25BF0ABE-3202-8D7A-6149-94AFA27E3FEA}"/>
              </a:ext>
            </a:extLst>
          </p:cNvPr>
          <p:cNvSpPr txBox="1"/>
          <p:nvPr/>
        </p:nvSpPr>
        <p:spPr>
          <a:xfrm>
            <a:off x="5882895" y="978189"/>
            <a:ext cx="11376405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algn="r">
              <a:lnSpc>
                <a:spcPts val="5040"/>
              </a:lnSpc>
            </a:pPr>
            <a:r>
              <a:rPr lang="en-US" sz="4800">
                <a:solidFill>
                  <a:srgbClr val="101010"/>
                </a:solidFill>
                <a:latin typeface="Montserrat Classic Bold"/>
                <a:sym typeface="Montserrat Classic Bold"/>
              </a:rPr>
              <a:t>Steps</a:t>
            </a:r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27281A7-BE58-E29D-E5FC-F6A9C1A10493}"/>
              </a:ext>
            </a:extLst>
          </p:cNvPr>
          <p:cNvGrpSpPr/>
          <p:nvPr/>
        </p:nvGrpSpPr>
        <p:grpSpPr>
          <a:xfrm>
            <a:off x="12954000" y="1800746"/>
            <a:ext cx="4533900" cy="373702"/>
            <a:chOff x="12954000" y="1800746"/>
            <a:chExt cx="726478" cy="102856"/>
          </a:xfrm>
        </p:grpSpPr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D0ACB119-AF9E-3EDD-5693-1471F9AFC078}"/>
                </a:ext>
              </a:extLst>
            </p:cNvPr>
            <p:cNvSpPr/>
            <p:nvPr/>
          </p:nvSpPr>
          <p:spPr>
            <a:xfrm>
              <a:off x="12954000" y="1838846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7" name="TextBox 12">
              <a:extLst>
                <a:ext uri="{FF2B5EF4-FFF2-40B4-BE49-F238E27FC236}">
                  <a16:creationId xmlns:a16="http://schemas.microsoft.com/office/drawing/2014/main" id="{0F1B7F2B-A6B8-9DEE-E789-3EB97AF6ACF9}"/>
                </a:ext>
              </a:extLst>
            </p:cNvPr>
            <p:cNvSpPr txBox="1"/>
            <p:nvPr/>
          </p:nvSpPr>
          <p:spPr>
            <a:xfrm>
              <a:off x="12954000" y="1800746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9DE4B12-ED9D-4737-1955-B4AD9DDAF7E6}"/>
              </a:ext>
            </a:extLst>
          </p:cNvPr>
          <p:cNvGrpSpPr/>
          <p:nvPr/>
        </p:nvGrpSpPr>
        <p:grpSpPr>
          <a:xfrm>
            <a:off x="1028700" y="1430177"/>
            <a:ext cx="1856645" cy="212733"/>
            <a:chOff x="1028700" y="1430177"/>
            <a:chExt cx="488993" cy="56028"/>
          </a:xfrm>
        </p:grpSpPr>
        <p:sp>
          <p:nvSpPr>
            <p:cNvPr id="30" name="Freeform 16">
              <a:extLst>
                <a:ext uri="{FF2B5EF4-FFF2-40B4-BE49-F238E27FC236}">
                  <a16:creationId xmlns:a16="http://schemas.microsoft.com/office/drawing/2014/main" id="{B16640AF-9CDA-D7FD-AE2A-E00D2B1B536E}"/>
                </a:ext>
              </a:extLst>
            </p:cNvPr>
            <p:cNvSpPr/>
            <p:nvPr/>
          </p:nvSpPr>
          <p:spPr>
            <a:xfrm>
              <a:off x="1028700" y="1468277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1" name="TextBox 17">
              <a:extLst>
                <a:ext uri="{FF2B5EF4-FFF2-40B4-BE49-F238E27FC236}">
                  <a16:creationId xmlns:a16="http://schemas.microsoft.com/office/drawing/2014/main" id="{1447F6BA-E2FE-ED44-DC5F-786719A8D3AA}"/>
                </a:ext>
              </a:extLst>
            </p:cNvPr>
            <p:cNvSpPr txBox="1"/>
            <p:nvPr/>
          </p:nvSpPr>
          <p:spPr>
            <a:xfrm>
              <a:off x="1028700" y="1430177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4" name="TextBox 18">
            <a:extLst>
              <a:ext uri="{FF2B5EF4-FFF2-40B4-BE49-F238E27FC236}">
                <a16:creationId xmlns:a16="http://schemas.microsoft.com/office/drawing/2014/main" id="{8E906767-EB4C-2C14-45F4-C90323C46599}"/>
              </a:ext>
            </a:extLst>
          </p:cNvPr>
          <p:cNvSpPr txBox="1"/>
          <p:nvPr/>
        </p:nvSpPr>
        <p:spPr>
          <a:xfrm>
            <a:off x="1028700" y="981075"/>
            <a:ext cx="3489971" cy="40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1010"/>
                </a:solidFill>
                <a:latin typeface="Montserrat Classic Bold"/>
                <a:sym typeface="Montserrat Classic Bold"/>
              </a:rPr>
              <a:t>CSCI101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740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 txBox="1"/>
          <p:nvPr/>
        </p:nvSpPr>
        <p:spPr>
          <a:xfrm>
            <a:off x="838200" y="2573873"/>
            <a:ext cx="13773150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endParaRPr lang="en-US" sz="4400" b="0" i="0" u="none" strike="noStrike" baseline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44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4000" b="1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command: </a:t>
            </a:r>
            <a:r>
              <a:rPr lang="en-US" sz="4000" err="1">
                <a:solidFill>
                  <a:srgbClr val="1211CA"/>
                </a:solidFill>
                <a:latin typeface="Montserrat Ultra-Bold"/>
              </a:rPr>
              <a:t>pwd</a:t>
            </a:r>
            <a:r>
              <a:rPr lang="en-US" sz="40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 – Print current working directory. </a:t>
            </a:r>
            <a:endParaRPr lang="en-US" sz="4000">
              <a:solidFill>
                <a:srgbClr val="2D262A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B1B2037-CC40-238F-47BA-54AB0B688C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4686300"/>
            <a:ext cx="13127065" cy="16764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80E75E08-961E-2857-8F8F-588C14FA7C50}"/>
              </a:ext>
            </a:extLst>
          </p:cNvPr>
          <p:cNvSpPr txBox="1"/>
          <p:nvPr/>
        </p:nvSpPr>
        <p:spPr>
          <a:xfrm>
            <a:off x="5882895" y="978189"/>
            <a:ext cx="11376405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algn="r">
              <a:lnSpc>
                <a:spcPts val="5040"/>
              </a:lnSpc>
            </a:pPr>
            <a:r>
              <a:rPr lang="en-US" sz="4800">
                <a:solidFill>
                  <a:srgbClr val="101010"/>
                </a:solidFill>
                <a:latin typeface="Montserrat Classic Bold"/>
                <a:sym typeface="Montserrat Classic Bold"/>
              </a:rPr>
              <a:t>Steps</a:t>
            </a:r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720BC7F-DF50-3005-8B52-4368560D0D7A}"/>
              </a:ext>
            </a:extLst>
          </p:cNvPr>
          <p:cNvGrpSpPr/>
          <p:nvPr/>
        </p:nvGrpSpPr>
        <p:grpSpPr>
          <a:xfrm>
            <a:off x="12954000" y="1800746"/>
            <a:ext cx="4533900" cy="373702"/>
            <a:chOff x="12954000" y="1800746"/>
            <a:chExt cx="726478" cy="102856"/>
          </a:xfrm>
        </p:grpSpPr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20BEE53F-CFE3-2B3E-ECA3-FB6205E0102C}"/>
                </a:ext>
              </a:extLst>
            </p:cNvPr>
            <p:cNvSpPr/>
            <p:nvPr/>
          </p:nvSpPr>
          <p:spPr>
            <a:xfrm>
              <a:off x="12954000" y="1838846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" name="TextBox 12">
              <a:extLst>
                <a:ext uri="{FF2B5EF4-FFF2-40B4-BE49-F238E27FC236}">
                  <a16:creationId xmlns:a16="http://schemas.microsoft.com/office/drawing/2014/main" id="{927DF536-D5B5-627E-CBF1-9BB416D8F541}"/>
                </a:ext>
              </a:extLst>
            </p:cNvPr>
            <p:cNvSpPr txBox="1"/>
            <p:nvPr/>
          </p:nvSpPr>
          <p:spPr>
            <a:xfrm>
              <a:off x="12954000" y="1800746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2F26DC4-2364-732E-4D79-92F284429285}"/>
              </a:ext>
            </a:extLst>
          </p:cNvPr>
          <p:cNvGrpSpPr/>
          <p:nvPr/>
        </p:nvGrpSpPr>
        <p:grpSpPr>
          <a:xfrm>
            <a:off x="1028700" y="1430177"/>
            <a:ext cx="1856645" cy="212733"/>
            <a:chOff x="1028700" y="1430177"/>
            <a:chExt cx="488993" cy="56028"/>
          </a:xfrm>
        </p:grpSpPr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282B6E5F-27C2-9314-6931-316130BC6AA3}"/>
                </a:ext>
              </a:extLst>
            </p:cNvPr>
            <p:cNvSpPr/>
            <p:nvPr/>
          </p:nvSpPr>
          <p:spPr>
            <a:xfrm>
              <a:off x="1028700" y="1468277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0" name="TextBox 17">
              <a:extLst>
                <a:ext uri="{FF2B5EF4-FFF2-40B4-BE49-F238E27FC236}">
                  <a16:creationId xmlns:a16="http://schemas.microsoft.com/office/drawing/2014/main" id="{C2F324EE-255B-794F-2B07-605DB3AFEE18}"/>
                </a:ext>
              </a:extLst>
            </p:cNvPr>
            <p:cNvSpPr txBox="1"/>
            <p:nvPr/>
          </p:nvSpPr>
          <p:spPr>
            <a:xfrm>
              <a:off x="1028700" y="1430177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18">
            <a:extLst>
              <a:ext uri="{FF2B5EF4-FFF2-40B4-BE49-F238E27FC236}">
                <a16:creationId xmlns:a16="http://schemas.microsoft.com/office/drawing/2014/main" id="{2A5A07FC-C27A-38D4-DCEB-9033BB7F0DFA}"/>
              </a:ext>
            </a:extLst>
          </p:cNvPr>
          <p:cNvSpPr txBox="1"/>
          <p:nvPr/>
        </p:nvSpPr>
        <p:spPr>
          <a:xfrm>
            <a:off x="1028700" y="981075"/>
            <a:ext cx="3489971" cy="40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1010"/>
                </a:solidFill>
                <a:latin typeface="Montserrat Classic Bold"/>
                <a:sym typeface="Montserrat Classic Bold"/>
              </a:rPr>
              <a:t>CSCI101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979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 txBox="1"/>
          <p:nvPr/>
        </p:nvSpPr>
        <p:spPr>
          <a:xfrm>
            <a:off x="1006839" y="3529496"/>
            <a:ext cx="13773150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endParaRPr lang="en-US" sz="4400" b="0" i="0" u="none" strike="noStrike" baseline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44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4000" b="1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command: </a:t>
            </a:r>
            <a:r>
              <a:rPr lang="en-US" sz="4000">
                <a:solidFill>
                  <a:srgbClr val="1211CA"/>
                </a:solidFill>
                <a:latin typeface="Montserrat Ultra-Bold"/>
              </a:rPr>
              <a:t>ls</a:t>
            </a:r>
            <a:r>
              <a:rPr lang="en-US" sz="40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 – List files in a directory.  </a:t>
            </a:r>
            <a:endParaRPr lang="en-US" sz="4000">
              <a:solidFill>
                <a:srgbClr val="2D262A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44E909-2DDF-7A84-AB7D-0B4F796FE6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639" y="6115199"/>
            <a:ext cx="15027215" cy="990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D3385F-7A86-08F6-BA69-F43DE24F1E3C}"/>
              </a:ext>
            </a:extLst>
          </p:cNvPr>
          <p:cNvSpPr txBox="1"/>
          <p:nvPr/>
        </p:nvSpPr>
        <p:spPr>
          <a:xfrm>
            <a:off x="5882895" y="978189"/>
            <a:ext cx="11376405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algn="r">
              <a:lnSpc>
                <a:spcPts val="5040"/>
              </a:lnSpc>
            </a:pPr>
            <a:r>
              <a:rPr lang="en-US" sz="4800">
                <a:solidFill>
                  <a:srgbClr val="101010"/>
                </a:solidFill>
                <a:latin typeface="Montserrat Classic Bold"/>
                <a:sym typeface="Montserrat Classic Bold"/>
              </a:rPr>
              <a:t>Steps</a:t>
            </a:r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3DAE9D6-92CD-80C5-232C-6B190C9D4C6C}"/>
              </a:ext>
            </a:extLst>
          </p:cNvPr>
          <p:cNvGrpSpPr/>
          <p:nvPr/>
        </p:nvGrpSpPr>
        <p:grpSpPr>
          <a:xfrm>
            <a:off x="12954000" y="1800746"/>
            <a:ext cx="4533900" cy="373702"/>
            <a:chOff x="12954000" y="1800746"/>
            <a:chExt cx="726478" cy="102856"/>
          </a:xfrm>
        </p:grpSpPr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B4BF5A13-DEEC-3A1B-7C65-774BAAE5F295}"/>
                </a:ext>
              </a:extLst>
            </p:cNvPr>
            <p:cNvSpPr/>
            <p:nvPr/>
          </p:nvSpPr>
          <p:spPr>
            <a:xfrm>
              <a:off x="12954000" y="1838846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" name="TextBox 12">
              <a:extLst>
                <a:ext uri="{FF2B5EF4-FFF2-40B4-BE49-F238E27FC236}">
                  <a16:creationId xmlns:a16="http://schemas.microsoft.com/office/drawing/2014/main" id="{64B7D605-DD57-A7FB-3F5B-BDF1C7C66C81}"/>
                </a:ext>
              </a:extLst>
            </p:cNvPr>
            <p:cNvSpPr txBox="1"/>
            <p:nvPr/>
          </p:nvSpPr>
          <p:spPr>
            <a:xfrm>
              <a:off x="12954000" y="1800746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24C8918-E5D2-8238-CBA4-427B9AFDCDCA}"/>
              </a:ext>
            </a:extLst>
          </p:cNvPr>
          <p:cNvGrpSpPr/>
          <p:nvPr/>
        </p:nvGrpSpPr>
        <p:grpSpPr>
          <a:xfrm>
            <a:off x="1028700" y="1430177"/>
            <a:ext cx="1856645" cy="212733"/>
            <a:chOff x="1028700" y="1430177"/>
            <a:chExt cx="488993" cy="56028"/>
          </a:xfrm>
        </p:grpSpPr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5B86B9B6-E0C8-FD80-3515-DAE6ACE4AF15}"/>
                </a:ext>
              </a:extLst>
            </p:cNvPr>
            <p:cNvSpPr/>
            <p:nvPr/>
          </p:nvSpPr>
          <p:spPr>
            <a:xfrm>
              <a:off x="1028700" y="1468277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0" name="TextBox 17">
              <a:extLst>
                <a:ext uri="{FF2B5EF4-FFF2-40B4-BE49-F238E27FC236}">
                  <a16:creationId xmlns:a16="http://schemas.microsoft.com/office/drawing/2014/main" id="{398A614F-361F-1CF6-63F9-C4B47B2625D7}"/>
                </a:ext>
              </a:extLst>
            </p:cNvPr>
            <p:cNvSpPr txBox="1"/>
            <p:nvPr/>
          </p:nvSpPr>
          <p:spPr>
            <a:xfrm>
              <a:off x="1028700" y="1430177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18">
            <a:extLst>
              <a:ext uri="{FF2B5EF4-FFF2-40B4-BE49-F238E27FC236}">
                <a16:creationId xmlns:a16="http://schemas.microsoft.com/office/drawing/2014/main" id="{8AB0FF3C-B7D8-E3AF-8706-6B017193AA01}"/>
              </a:ext>
            </a:extLst>
          </p:cNvPr>
          <p:cNvSpPr txBox="1"/>
          <p:nvPr/>
        </p:nvSpPr>
        <p:spPr>
          <a:xfrm>
            <a:off x="1028700" y="981075"/>
            <a:ext cx="3489971" cy="40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1010"/>
                </a:solidFill>
                <a:latin typeface="Montserrat Classic Bold"/>
                <a:sym typeface="Montserrat Classic Bold"/>
              </a:rPr>
              <a:t>CSCI101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661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 txBox="1"/>
          <p:nvPr/>
        </p:nvSpPr>
        <p:spPr>
          <a:xfrm>
            <a:off x="1028700" y="1941523"/>
            <a:ext cx="13773150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4000" b="1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command: </a:t>
            </a:r>
            <a:r>
              <a:rPr lang="en-US" sz="4000">
                <a:solidFill>
                  <a:srgbClr val="1211CA"/>
                </a:solidFill>
                <a:latin typeface="Montserrat Ultra-Bold"/>
              </a:rPr>
              <a:t>cd</a:t>
            </a:r>
            <a:r>
              <a:rPr lang="en-US" sz="40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 /path/to/directory – Change directories. </a:t>
            </a:r>
          </a:p>
          <a:p>
            <a:pPr algn="l"/>
            <a:r>
              <a:rPr lang="en-US" sz="4000">
                <a:solidFill>
                  <a:srgbClr val="000000"/>
                </a:solidFill>
                <a:latin typeface="Calibri" panose="020F0502020204030204" pitchFamily="34" charset="0"/>
              </a:rPr>
              <a:t>To go to Downloads for example:</a:t>
            </a:r>
            <a:r>
              <a:rPr lang="en-US" sz="40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endParaRPr lang="en-US" sz="4000">
              <a:solidFill>
                <a:srgbClr val="2D262A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D74BED-AF1E-D634-B9B0-AF100C32E1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199"/>
          <a:stretch/>
        </p:blipFill>
        <p:spPr>
          <a:xfrm>
            <a:off x="1028700" y="3467100"/>
            <a:ext cx="14939486" cy="13716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DC7BC12-2DDE-A228-E2EA-8F2EEAD87BA0}"/>
              </a:ext>
            </a:extLst>
          </p:cNvPr>
          <p:cNvSpPr txBox="1"/>
          <p:nvPr/>
        </p:nvSpPr>
        <p:spPr>
          <a:xfrm>
            <a:off x="799476" y="5094358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How to return to home again?</a:t>
            </a:r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6DF234-B9DE-651D-6061-865D75A2D663}"/>
              </a:ext>
            </a:extLst>
          </p:cNvPr>
          <p:cNvSpPr txBox="1"/>
          <p:nvPr/>
        </p:nvSpPr>
        <p:spPr>
          <a:xfrm>
            <a:off x="799476" y="5875542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>
                <a:solidFill>
                  <a:srgbClr val="000000"/>
                </a:solidFill>
                <a:latin typeface="Calibri" panose="020F0502020204030204" pitchFamily="34" charset="0"/>
              </a:rPr>
              <a:t>1. Write </a:t>
            </a:r>
            <a:r>
              <a:rPr lang="en-US" sz="4000" b="1">
                <a:solidFill>
                  <a:srgbClr val="00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</a:t>
            </a:r>
            <a:r>
              <a:rPr lang="en-US" sz="4000">
                <a:solidFill>
                  <a:srgbClr val="1211CA"/>
                </a:solidFill>
                <a:latin typeface="Montserrat Ultra-Bold"/>
              </a:rPr>
              <a:t>cd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528AC82-5A5B-0E56-7401-6679B7F815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5471" r="31094" b="-1"/>
          <a:stretch/>
        </p:blipFill>
        <p:spPr>
          <a:xfrm>
            <a:off x="228599" y="6822049"/>
            <a:ext cx="9325503" cy="127711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4E0D0B7-33BB-CAAC-9378-5ED456913B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5703" y="8953500"/>
            <a:ext cx="12146912" cy="105177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2CCA414-2902-28E4-1EC4-94A0C6CCF307}"/>
              </a:ext>
            </a:extLst>
          </p:cNvPr>
          <p:cNvSpPr txBox="1"/>
          <p:nvPr/>
        </p:nvSpPr>
        <p:spPr>
          <a:xfrm>
            <a:off x="10190189" y="7591333"/>
            <a:ext cx="11811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6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Or</a:t>
            </a:r>
            <a:endParaRPr lang="en-US" b="1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A199498-8F89-A692-18C2-424F97B4B7CE}"/>
              </a:ext>
            </a:extLst>
          </p:cNvPr>
          <p:cNvSpPr txBox="1"/>
          <p:nvPr/>
        </p:nvSpPr>
        <p:spPr>
          <a:xfrm>
            <a:off x="11991137" y="7787286"/>
            <a:ext cx="408706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2. Write </a:t>
            </a: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1211CA"/>
                </a:solidFill>
                <a:effectLst/>
                <a:uLnTx/>
                <a:uFillTx/>
                <a:latin typeface="Montserrat Ultra-Bold"/>
                <a:ea typeface="+mn-ea"/>
                <a:cs typeface="+mn-cs"/>
              </a:rPr>
              <a:t>cd ~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D2CDFF-4C00-B478-A10D-860C0A1D4BD6}"/>
              </a:ext>
            </a:extLst>
          </p:cNvPr>
          <p:cNvSpPr txBox="1"/>
          <p:nvPr/>
        </p:nvSpPr>
        <p:spPr>
          <a:xfrm>
            <a:off x="5882895" y="978189"/>
            <a:ext cx="11376405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algn="r">
              <a:lnSpc>
                <a:spcPts val="5040"/>
              </a:lnSpc>
            </a:pPr>
            <a:r>
              <a:rPr lang="en-US" sz="4800">
                <a:solidFill>
                  <a:srgbClr val="101010"/>
                </a:solidFill>
                <a:latin typeface="Montserrat Classic Bold"/>
                <a:sym typeface="Montserrat Classic Bold"/>
              </a:rPr>
              <a:t>Steps</a:t>
            </a:r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7E1E56C-499F-88CE-3200-E0D49C5AB031}"/>
              </a:ext>
            </a:extLst>
          </p:cNvPr>
          <p:cNvGrpSpPr/>
          <p:nvPr/>
        </p:nvGrpSpPr>
        <p:grpSpPr>
          <a:xfrm>
            <a:off x="12954000" y="1800746"/>
            <a:ext cx="4533900" cy="373702"/>
            <a:chOff x="12954000" y="1800746"/>
            <a:chExt cx="726478" cy="102856"/>
          </a:xfrm>
        </p:grpSpPr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A9EA6769-0D6F-844A-537D-506C28FFEE69}"/>
                </a:ext>
              </a:extLst>
            </p:cNvPr>
            <p:cNvSpPr/>
            <p:nvPr/>
          </p:nvSpPr>
          <p:spPr>
            <a:xfrm>
              <a:off x="12954000" y="1838846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" name="TextBox 12">
              <a:extLst>
                <a:ext uri="{FF2B5EF4-FFF2-40B4-BE49-F238E27FC236}">
                  <a16:creationId xmlns:a16="http://schemas.microsoft.com/office/drawing/2014/main" id="{26A0926F-25BF-942D-C0EC-306EF4330271}"/>
                </a:ext>
              </a:extLst>
            </p:cNvPr>
            <p:cNvSpPr txBox="1"/>
            <p:nvPr/>
          </p:nvSpPr>
          <p:spPr>
            <a:xfrm>
              <a:off x="12954000" y="1800746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DDF9892-B7D6-AC2A-3386-AEC71CB5213A}"/>
              </a:ext>
            </a:extLst>
          </p:cNvPr>
          <p:cNvGrpSpPr/>
          <p:nvPr/>
        </p:nvGrpSpPr>
        <p:grpSpPr>
          <a:xfrm>
            <a:off x="1028700" y="1430177"/>
            <a:ext cx="1856645" cy="212733"/>
            <a:chOff x="1028700" y="1430177"/>
            <a:chExt cx="488993" cy="56028"/>
          </a:xfrm>
        </p:grpSpPr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AC987312-B225-D9DC-FC2B-BB5C365DEB50}"/>
                </a:ext>
              </a:extLst>
            </p:cNvPr>
            <p:cNvSpPr/>
            <p:nvPr/>
          </p:nvSpPr>
          <p:spPr>
            <a:xfrm>
              <a:off x="1028700" y="1468277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2" name="TextBox 17">
              <a:extLst>
                <a:ext uri="{FF2B5EF4-FFF2-40B4-BE49-F238E27FC236}">
                  <a16:creationId xmlns:a16="http://schemas.microsoft.com/office/drawing/2014/main" id="{A85C50CE-F9BE-54AD-6DA4-B8CA74679CEC}"/>
                </a:ext>
              </a:extLst>
            </p:cNvPr>
            <p:cNvSpPr txBox="1"/>
            <p:nvPr/>
          </p:nvSpPr>
          <p:spPr>
            <a:xfrm>
              <a:off x="1028700" y="1430177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TextBox 18">
            <a:extLst>
              <a:ext uri="{FF2B5EF4-FFF2-40B4-BE49-F238E27FC236}">
                <a16:creationId xmlns:a16="http://schemas.microsoft.com/office/drawing/2014/main" id="{C6020847-4C91-9AF6-9B5B-DC27477DA569}"/>
              </a:ext>
            </a:extLst>
          </p:cNvPr>
          <p:cNvSpPr txBox="1"/>
          <p:nvPr/>
        </p:nvSpPr>
        <p:spPr>
          <a:xfrm>
            <a:off x="1028700" y="981075"/>
            <a:ext cx="3489971" cy="40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1010"/>
                </a:solidFill>
                <a:latin typeface="Montserrat Classic Bold"/>
                <a:sym typeface="Montserrat Classic Bold"/>
              </a:rPr>
              <a:t>CSCI101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360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 txBox="1"/>
          <p:nvPr/>
        </p:nvSpPr>
        <p:spPr>
          <a:xfrm>
            <a:off x="685800" y="1800946"/>
            <a:ext cx="13773150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endParaRPr lang="en-US" sz="4400" b="0" i="0" u="none" strike="noStrike" baseline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44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Can we move from root ‘/’ to Downloads directly? </a:t>
            </a:r>
            <a:r>
              <a:rPr lang="en-US" sz="4400" b="1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No </a:t>
            </a:r>
            <a:endParaRPr lang="en-US" sz="4000" b="1">
              <a:solidFill>
                <a:srgbClr val="2D262A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35E7EE-85CC-B30B-7957-B4CD89227E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26" y="6973015"/>
            <a:ext cx="12292770" cy="1033463"/>
          </a:xfrm>
          <a:prstGeom prst="rect">
            <a:avLst/>
          </a:prstGeom>
        </p:spPr>
      </p:pic>
      <p:sp>
        <p:nvSpPr>
          <p:cNvPr id="10" name="TextBox 12">
            <a:extLst>
              <a:ext uri="{FF2B5EF4-FFF2-40B4-BE49-F238E27FC236}">
                <a16:creationId xmlns:a16="http://schemas.microsoft.com/office/drawing/2014/main" id="{6375F7BE-589B-AAC4-32E2-617BD5F05652}"/>
              </a:ext>
            </a:extLst>
          </p:cNvPr>
          <p:cNvSpPr txBox="1"/>
          <p:nvPr/>
        </p:nvSpPr>
        <p:spPr>
          <a:xfrm>
            <a:off x="685800" y="5343664"/>
            <a:ext cx="14630400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endParaRPr lang="en-US" sz="4400" b="0" i="0" u="none" strike="noStrike" baseline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44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we can by writing the whole path for the downloads like this: </a:t>
            </a:r>
            <a:endParaRPr lang="en-US" sz="4000" b="1">
              <a:solidFill>
                <a:srgbClr val="2D262A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C4E5F42B-4EBF-DD58-B78A-4AD74F1D52E7}"/>
              </a:ext>
            </a:extLst>
          </p:cNvPr>
          <p:cNvSpPr txBox="1"/>
          <p:nvPr/>
        </p:nvSpPr>
        <p:spPr>
          <a:xfrm>
            <a:off x="5610225" y="7658100"/>
            <a:ext cx="5029200" cy="2031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endParaRPr lang="en-US" sz="4400" b="0" i="0" u="none" strike="noStrike" baseline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l"/>
            <a:r>
              <a:rPr lang="en-US" sz="4400" b="1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Or </a:t>
            </a:r>
            <a:r>
              <a:rPr lang="en-US" sz="440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just writing </a:t>
            </a:r>
          </a:p>
          <a:p>
            <a:r>
              <a:rPr lang="en-US" sz="44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4000">
                <a:solidFill>
                  <a:srgbClr val="1211CA"/>
                </a:solidFill>
                <a:latin typeface="Montserrat Ultra-Bold"/>
              </a:rPr>
              <a:t>cd ~/Downloads </a:t>
            </a:r>
            <a:endParaRPr lang="en-US" sz="4000">
              <a:solidFill>
                <a:srgbClr val="1211CA"/>
              </a:solidFill>
              <a:latin typeface="Montserrat Ultra-Bold"/>
              <a:sym typeface="Montserrat Classic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BAB65C5-A5F9-BF8D-3D08-98E1F0D379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759" y="3436507"/>
            <a:ext cx="12983725" cy="1751963"/>
          </a:xfrm>
          <a:prstGeom prst="rect">
            <a:avLst/>
          </a:prstGeom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2539263E-8C02-7CBC-C747-6631F25D09F4}"/>
              </a:ext>
            </a:extLst>
          </p:cNvPr>
          <p:cNvSpPr txBox="1"/>
          <p:nvPr/>
        </p:nvSpPr>
        <p:spPr>
          <a:xfrm>
            <a:off x="5882895" y="978189"/>
            <a:ext cx="11376405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algn="r">
              <a:lnSpc>
                <a:spcPts val="5040"/>
              </a:lnSpc>
            </a:pPr>
            <a:r>
              <a:rPr lang="en-US" sz="4800">
                <a:solidFill>
                  <a:srgbClr val="101010"/>
                </a:solidFill>
                <a:latin typeface="Montserrat Classic Bold"/>
                <a:sym typeface="Montserrat Classic Bold"/>
              </a:rPr>
              <a:t>Steps</a:t>
            </a:r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36DA6BF-4363-BA50-07CC-C35BA824615A}"/>
              </a:ext>
            </a:extLst>
          </p:cNvPr>
          <p:cNvGrpSpPr/>
          <p:nvPr/>
        </p:nvGrpSpPr>
        <p:grpSpPr>
          <a:xfrm>
            <a:off x="12954000" y="1800746"/>
            <a:ext cx="4533900" cy="373702"/>
            <a:chOff x="12954000" y="1800746"/>
            <a:chExt cx="726478" cy="102856"/>
          </a:xfrm>
        </p:grpSpPr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9116B2D5-C083-8D9B-ACF7-E6A04DA93DAF}"/>
                </a:ext>
              </a:extLst>
            </p:cNvPr>
            <p:cNvSpPr/>
            <p:nvPr/>
          </p:nvSpPr>
          <p:spPr>
            <a:xfrm>
              <a:off x="12954000" y="1838846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9" name="TextBox 12">
              <a:extLst>
                <a:ext uri="{FF2B5EF4-FFF2-40B4-BE49-F238E27FC236}">
                  <a16:creationId xmlns:a16="http://schemas.microsoft.com/office/drawing/2014/main" id="{97031C88-F855-1A98-9170-270DB270E91C}"/>
                </a:ext>
              </a:extLst>
            </p:cNvPr>
            <p:cNvSpPr txBox="1"/>
            <p:nvPr/>
          </p:nvSpPr>
          <p:spPr>
            <a:xfrm>
              <a:off x="12954000" y="1800746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0340E51-665F-75E8-057F-D62BD4B09E3E}"/>
              </a:ext>
            </a:extLst>
          </p:cNvPr>
          <p:cNvGrpSpPr/>
          <p:nvPr/>
        </p:nvGrpSpPr>
        <p:grpSpPr>
          <a:xfrm>
            <a:off x="1028700" y="1430177"/>
            <a:ext cx="1856645" cy="212733"/>
            <a:chOff x="1028700" y="1430177"/>
            <a:chExt cx="488993" cy="56028"/>
          </a:xfrm>
        </p:grpSpPr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B2469F1C-10CF-1AC4-267C-9E999F057DC5}"/>
                </a:ext>
              </a:extLst>
            </p:cNvPr>
            <p:cNvSpPr/>
            <p:nvPr/>
          </p:nvSpPr>
          <p:spPr>
            <a:xfrm>
              <a:off x="1028700" y="1468277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3" name="TextBox 17">
              <a:extLst>
                <a:ext uri="{FF2B5EF4-FFF2-40B4-BE49-F238E27FC236}">
                  <a16:creationId xmlns:a16="http://schemas.microsoft.com/office/drawing/2014/main" id="{685D2064-253E-5484-AAAC-DF19CA6F7014}"/>
                </a:ext>
              </a:extLst>
            </p:cNvPr>
            <p:cNvSpPr txBox="1"/>
            <p:nvPr/>
          </p:nvSpPr>
          <p:spPr>
            <a:xfrm>
              <a:off x="1028700" y="1430177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TextBox 18">
            <a:extLst>
              <a:ext uri="{FF2B5EF4-FFF2-40B4-BE49-F238E27FC236}">
                <a16:creationId xmlns:a16="http://schemas.microsoft.com/office/drawing/2014/main" id="{B8510B68-43C5-586A-2AD1-F520033EF5F1}"/>
              </a:ext>
            </a:extLst>
          </p:cNvPr>
          <p:cNvSpPr txBox="1"/>
          <p:nvPr/>
        </p:nvSpPr>
        <p:spPr>
          <a:xfrm>
            <a:off x="1028700" y="981075"/>
            <a:ext cx="3489971" cy="40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1010"/>
                </a:solidFill>
                <a:latin typeface="Montserrat Classic Bold"/>
                <a:sym typeface="Montserrat Classic Bold"/>
              </a:rPr>
              <a:t>CSCI101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155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 txBox="1"/>
          <p:nvPr/>
        </p:nvSpPr>
        <p:spPr>
          <a:xfrm>
            <a:off x="1909372" y="2784720"/>
            <a:ext cx="1377315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4000" b="1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command: </a:t>
            </a:r>
            <a:r>
              <a:rPr lang="en-US" sz="4000" err="1">
                <a:solidFill>
                  <a:srgbClr val="1211CA"/>
                </a:solidFill>
                <a:latin typeface="Montserrat Ultra-Bold"/>
              </a:rPr>
              <a:t>mkdir</a:t>
            </a:r>
            <a:r>
              <a:rPr lang="en-US" sz="40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 – Create a directory. 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A199498-8F89-A692-18C2-424F97B4B7CE}"/>
              </a:ext>
            </a:extLst>
          </p:cNvPr>
          <p:cNvSpPr txBox="1"/>
          <p:nvPr/>
        </p:nvSpPr>
        <p:spPr>
          <a:xfrm>
            <a:off x="1128010" y="7640283"/>
            <a:ext cx="599206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Look here </a:t>
            </a:r>
            <a:r>
              <a:rPr lang="en-US" sz="4000" b="1">
                <a:solidFill>
                  <a:srgbClr val="000000"/>
                </a:solidFill>
                <a:latin typeface="Calibri" panose="020F0502020204030204" pitchFamily="34" charset="0"/>
              </a:rPr>
              <a:t>folder created successfully</a:t>
            </a: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1211CA"/>
              </a:solidFill>
              <a:effectLst/>
              <a:uLnTx/>
              <a:uFillTx/>
              <a:latin typeface="Montserrat Ultra-Bold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5600FD0-A2A1-2830-0DFD-AB5C4B9568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8471" y="4153482"/>
            <a:ext cx="13803511" cy="2214215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C7F6205C-9E47-5EA5-E368-3A3442F15BF0}"/>
              </a:ext>
            </a:extLst>
          </p:cNvPr>
          <p:cNvSpPr/>
          <p:nvPr/>
        </p:nvSpPr>
        <p:spPr>
          <a:xfrm>
            <a:off x="2499610" y="5148497"/>
            <a:ext cx="2590800" cy="838200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BB4FA77-D758-3E04-A5F9-1AABB977C112}"/>
              </a:ext>
            </a:extLst>
          </p:cNvPr>
          <p:cNvCxnSpPr/>
          <p:nvPr/>
        </p:nvCxnSpPr>
        <p:spPr>
          <a:xfrm flipV="1">
            <a:off x="2880610" y="6139097"/>
            <a:ext cx="904145" cy="13716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TextBox 9">
            <a:extLst>
              <a:ext uri="{FF2B5EF4-FFF2-40B4-BE49-F238E27FC236}">
                <a16:creationId xmlns:a16="http://schemas.microsoft.com/office/drawing/2014/main" id="{6422BD06-D057-D592-2453-70E7426C5A36}"/>
              </a:ext>
            </a:extLst>
          </p:cNvPr>
          <p:cNvSpPr txBox="1"/>
          <p:nvPr/>
        </p:nvSpPr>
        <p:spPr>
          <a:xfrm>
            <a:off x="5882895" y="978189"/>
            <a:ext cx="11376405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algn="r">
              <a:lnSpc>
                <a:spcPts val="5040"/>
              </a:lnSpc>
            </a:pPr>
            <a:r>
              <a:rPr lang="en-US" sz="4800">
                <a:solidFill>
                  <a:srgbClr val="101010"/>
                </a:solidFill>
                <a:latin typeface="Montserrat Classic Bold"/>
                <a:sym typeface="Montserrat Classic Bold"/>
              </a:rPr>
              <a:t>Steps</a:t>
            </a:r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9665EB5-6009-4CD3-A826-429F9805DFFE}"/>
              </a:ext>
            </a:extLst>
          </p:cNvPr>
          <p:cNvGrpSpPr/>
          <p:nvPr/>
        </p:nvGrpSpPr>
        <p:grpSpPr>
          <a:xfrm>
            <a:off x="12954000" y="1800746"/>
            <a:ext cx="4533900" cy="373702"/>
            <a:chOff x="12954000" y="1800746"/>
            <a:chExt cx="726478" cy="102856"/>
          </a:xfrm>
        </p:grpSpPr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AF029EB3-EA1E-E299-E798-4966A97191F3}"/>
                </a:ext>
              </a:extLst>
            </p:cNvPr>
            <p:cNvSpPr/>
            <p:nvPr/>
          </p:nvSpPr>
          <p:spPr>
            <a:xfrm>
              <a:off x="12954000" y="1838846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8" name="TextBox 12">
              <a:extLst>
                <a:ext uri="{FF2B5EF4-FFF2-40B4-BE49-F238E27FC236}">
                  <a16:creationId xmlns:a16="http://schemas.microsoft.com/office/drawing/2014/main" id="{CBD61AA8-A304-D1C4-9FA2-8A9A28644274}"/>
                </a:ext>
              </a:extLst>
            </p:cNvPr>
            <p:cNvSpPr txBox="1"/>
            <p:nvPr/>
          </p:nvSpPr>
          <p:spPr>
            <a:xfrm>
              <a:off x="12954000" y="1800746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28BE83F-8E9F-55CE-E091-F6F7DED29422}"/>
              </a:ext>
            </a:extLst>
          </p:cNvPr>
          <p:cNvGrpSpPr/>
          <p:nvPr/>
        </p:nvGrpSpPr>
        <p:grpSpPr>
          <a:xfrm>
            <a:off x="1028700" y="1430177"/>
            <a:ext cx="1856645" cy="212733"/>
            <a:chOff x="1028700" y="1430177"/>
            <a:chExt cx="488993" cy="56028"/>
          </a:xfrm>
        </p:grpSpPr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5E0FD115-73D8-0612-39B4-1C87D5FC0C81}"/>
                </a:ext>
              </a:extLst>
            </p:cNvPr>
            <p:cNvSpPr/>
            <p:nvPr/>
          </p:nvSpPr>
          <p:spPr>
            <a:xfrm>
              <a:off x="1028700" y="1468277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2" name="TextBox 17">
              <a:extLst>
                <a:ext uri="{FF2B5EF4-FFF2-40B4-BE49-F238E27FC236}">
                  <a16:creationId xmlns:a16="http://schemas.microsoft.com/office/drawing/2014/main" id="{73521501-AEE1-4397-3AD8-16854505F451}"/>
                </a:ext>
              </a:extLst>
            </p:cNvPr>
            <p:cNvSpPr txBox="1"/>
            <p:nvPr/>
          </p:nvSpPr>
          <p:spPr>
            <a:xfrm>
              <a:off x="1028700" y="1430177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TextBox 18">
            <a:extLst>
              <a:ext uri="{FF2B5EF4-FFF2-40B4-BE49-F238E27FC236}">
                <a16:creationId xmlns:a16="http://schemas.microsoft.com/office/drawing/2014/main" id="{439478D4-BCDE-628D-0804-5A6CD6B15E56}"/>
              </a:ext>
            </a:extLst>
          </p:cNvPr>
          <p:cNvSpPr txBox="1"/>
          <p:nvPr/>
        </p:nvSpPr>
        <p:spPr>
          <a:xfrm>
            <a:off x="1028700" y="981075"/>
            <a:ext cx="3489971" cy="40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1010"/>
                </a:solidFill>
                <a:latin typeface="Montserrat Classic Bold"/>
                <a:sym typeface="Montserrat Classic Bold"/>
              </a:rPr>
              <a:t>CSCI101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279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 txBox="1"/>
          <p:nvPr/>
        </p:nvSpPr>
        <p:spPr>
          <a:xfrm>
            <a:off x="1778208" y="2878408"/>
            <a:ext cx="1377315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4000" b="1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command: </a:t>
            </a:r>
            <a:r>
              <a:rPr lang="en-US" sz="4000">
                <a:solidFill>
                  <a:srgbClr val="1211CA"/>
                </a:solidFill>
                <a:latin typeface="Montserrat Ultra-Bold"/>
              </a:rPr>
              <a:t>touch</a:t>
            </a:r>
            <a:r>
              <a:rPr lang="en-US" sz="40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 filename.txt – Create a file.  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A199498-8F89-A692-18C2-424F97B4B7CE}"/>
              </a:ext>
            </a:extLst>
          </p:cNvPr>
          <p:cNvSpPr txBox="1"/>
          <p:nvPr/>
        </p:nvSpPr>
        <p:spPr>
          <a:xfrm>
            <a:off x="978108" y="7733971"/>
            <a:ext cx="599206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Look here file </a:t>
            </a:r>
            <a:r>
              <a:rPr lang="en-US" sz="4000" b="1">
                <a:solidFill>
                  <a:srgbClr val="000000"/>
                </a:solidFill>
                <a:latin typeface="Calibri" panose="020F0502020204030204" pitchFamily="34" charset="0"/>
              </a:rPr>
              <a:t>created </a:t>
            </a: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successfully</a:t>
            </a: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1211CA"/>
              </a:solidFill>
              <a:effectLst/>
              <a:uLnTx/>
              <a:uFillTx/>
              <a:latin typeface="Montserrat Ultra-Bold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BB4FA77-D758-3E04-A5F9-1AABB977C112}"/>
              </a:ext>
            </a:extLst>
          </p:cNvPr>
          <p:cNvCxnSpPr/>
          <p:nvPr/>
        </p:nvCxnSpPr>
        <p:spPr>
          <a:xfrm flipV="1">
            <a:off x="2722025" y="6061080"/>
            <a:ext cx="904145" cy="13716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AB990E5-252D-7878-294A-4A58CB5BA1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2497" y="4052893"/>
            <a:ext cx="12944571" cy="1862138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C7F6205C-9E47-5EA5-E368-3A3442F15BF0}"/>
              </a:ext>
            </a:extLst>
          </p:cNvPr>
          <p:cNvSpPr/>
          <p:nvPr/>
        </p:nvSpPr>
        <p:spPr>
          <a:xfrm>
            <a:off x="2339453" y="5206417"/>
            <a:ext cx="2590800" cy="838200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2D8604-272B-6A28-B803-59F750157F8A}"/>
              </a:ext>
            </a:extLst>
          </p:cNvPr>
          <p:cNvSpPr txBox="1"/>
          <p:nvPr/>
        </p:nvSpPr>
        <p:spPr>
          <a:xfrm>
            <a:off x="5882895" y="978189"/>
            <a:ext cx="11376405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algn="r">
              <a:lnSpc>
                <a:spcPts val="5040"/>
              </a:lnSpc>
            </a:pPr>
            <a:r>
              <a:rPr lang="en-US" sz="4800">
                <a:solidFill>
                  <a:srgbClr val="101010"/>
                </a:solidFill>
                <a:latin typeface="Montserrat Classic Bold"/>
                <a:sym typeface="Montserrat Classic Bold"/>
              </a:rPr>
              <a:t>Steps</a:t>
            </a:r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DFB4B86-6A7D-E031-4E90-BA905C15ECEC}"/>
              </a:ext>
            </a:extLst>
          </p:cNvPr>
          <p:cNvGrpSpPr/>
          <p:nvPr/>
        </p:nvGrpSpPr>
        <p:grpSpPr>
          <a:xfrm>
            <a:off x="12954000" y="1800746"/>
            <a:ext cx="4533900" cy="373702"/>
            <a:chOff x="12954000" y="1800746"/>
            <a:chExt cx="726478" cy="102856"/>
          </a:xfrm>
        </p:grpSpPr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CB93C88D-50F8-6DC0-CE80-0D541D5D8607}"/>
                </a:ext>
              </a:extLst>
            </p:cNvPr>
            <p:cNvSpPr/>
            <p:nvPr/>
          </p:nvSpPr>
          <p:spPr>
            <a:xfrm>
              <a:off x="12954000" y="1838846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8" name="TextBox 12">
              <a:extLst>
                <a:ext uri="{FF2B5EF4-FFF2-40B4-BE49-F238E27FC236}">
                  <a16:creationId xmlns:a16="http://schemas.microsoft.com/office/drawing/2014/main" id="{F79B7F89-32CF-285D-AED3-FB285B70F7FD}"/>
                </a:ext>
              </a:extLst>
            </p:cNvPr>
            <p:cNvSpPr txBox="1"/>
            <p:nvPr/>
          </p:nvSpPr>
          <p:spPr>
            <a:xfrm>
              <a:off x="12954000" y="1800746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35F5DB7-70C3-2D3F-24EE-F305F23F86FB}"/>
              </a:ext>
            </a:extLst>
          </p:cNvPr>
          <p:cNvGrpSpPr/>
          <p:nvPr/>
        </p:nvGrpSpPr>
        <p:grpSpPr>
          <a:xfrm>
            <a:off x="1028700" y="1430177"/>
            <a:ext cx="1856645" cy="212733"/>
            <a:chOff x="1028700" y="1430177"/>
            <a:chExt cx="488993" cy="56028"/>
          </a:xfrm>
        </p:grpSpPr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B57CADAF-AB26-DB27-DC8D-7DF05F8514E3}"/>
                </a:ext>
              </a:extLst>
            </p:cNvPr>
            <p:cNvSpPr/>
            <p:nvPr/>
          </p:nvSpPr>
          <p:spPr>
            <a:xfrm>
              <a:off x="1028700" y="1468277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2" name="TextBox 17">
              <a:extLst>
                <a:ext uri="{FF2B5EF4-FFF2-40B4-BE49-F238E27FC236}">
                  <a16:creationId xmlns:a16="http://schemas.microsoft.com/office/drawing/2014/main" id="{F2337029-B159-1005-B6A4-883D974D971E}"/>
                </a:ext>
              </a:extLst>
            </p:cNvPr>
            <p:cNvSpPr txBox="1"/>
            <p:nvPr/>
          </p:nvSpPr>
          <p:spPr>
            <a:xfrm>
              <a:off x="1028700" y="1430177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TextBox 18">
            <a:extLst>
              <a:ext uri="{FF2B5EF4-FFF2-40B4-BE49-F238E27FC236}">
                <a16:creationId xmlns:a16="http://schemas.microsoft.com/office/drawing/2014/main" id="{106DB013-2805-84BF-8849-AD39C5F4BC71}"/>
              </a:ext>
            </a:extLst>
          </p:cNvPr>
          <p:cNvSpPr txBox="1"/>
          <p:nvPr/>
        </p:nvSpPr>
        <p:spPr>
          <a:xfrm>
            <a:off x="1028700" y="981075"/>
            <a:ext cx="3489971" cy="40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1010"/>
                </a:solidFill>
                <a:latin typeface="Montserrat Classic Bold"/>
                <a:sym typeface="Montserrat Classic Bold"/>
              </a:rPr>
              <a:t>CSCI101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1290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 txBox="1"/>
          <p:nvPr/>
        </p:nvSpPr>
        <p:spPr>
          <a:xfrm>
            <a:off x="1028700" y="1941523"/>
            <a:ext cx="1377315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indent="-742950" algn="l">
              <a:buAutoNum type="arabicPeriod"/>
            </a:pPr>
            <a:r>
              <a:rPr lang="en-US" sz="4000" b="1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command: </a:t>
            </a:r>
            <a:r>
              <a:rPr lang="en-US" sz="4000">
                <a:solidFill>
                  <a:srgbClr val="1211CA"/>
                </a:solidFill>
                <a:latin typeface="Montserrat Ultra-Bold"/>
              </a:rPr>
              <a:t>nano</a:t>
            </a:r>
            <a:r>
              <a:rPr lang="en-US" sz="40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 filename.txt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FD2A70-397C-C4D6-2EE5-4C007BC6EE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475" y="3185163"/>
            <a:ext cx="15158725" cy="7493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84E3988-7144-639D-7557-BC2D9554A6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4686300"/>
            <a:ext cx="7860035" cy="546656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2AE3929-67B2-A6F5-EA0F-E99AF23A5366}"/>
              </a:ext>
            </a:extLst>
          </p:cNvPr>
          <p:cNvSpPr txBox="1"/>
          <p:nvPr/>
        </p:nvSpPr>
        <p:spPr>
          <a:xfrm>
            <a:off x="14808096" y="4099321"/>
            <a:ext cx="27583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Then enter</a:t>
            </a:r>
            <a:endParaRPr lang="en-US" b="1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7557395-6E70-0672-0847-0AF73484A408}"/>
              </a:ext>
            </a:extLst>
          </p:cNvPr>
          <p:cNvCxnSpPr>
            <a:cxnSpLocks/>
          </p:cNvCxnSpPr>
          <p:nvPr/>
        </p:nvCxnSpPr>
        <p:spPr>
          <a:xfrm flipH="1">
            <a:off x="13316062" y="4805732"/>
            <a:ext cx="2381138" cy="16570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C28A4E2-B2EE-710D-E39E-3C5F2117AC9C}"/>
              </a:ext>
            </a:extLst>
          </p:cNvPr>
          <p:cNvSpPr txBox="1"/>
          <p:nvPr/>
        </p:nvSpPr>
        <p:spPr>
          <a:xfrm>
            <a:off x="11010985" y="6462827"/>
            <a:ext cx="275834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This page will appear </a:t>
            </a:r>
            <a:endParaRPr lang="en-US" b="1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C899327-1BC0-F9DC-EE44-4E9B76DED289}"/>
              </a:ext>
            </a:extLst>
          </p:cNvPr>
          <p:cNvSpPr txBox="1"/>
          <p:nvPr/>
        </p:nvSpPr>
        <p:spPr>
          <a:xfrm>
            <a:off x="10820400" y="7991534"/>
            <a:ext cx="5257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Write anything here </a:t>
            </a:r>
            <a:endParaRPr 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BF26FA8-9490-C65D-1762-FB0BF3F65BA3}"/>
              </a:ext>
            </a:extLst>
          </p:cNvPr>
          <p:cNvSpPr txBox="1"/>
          <p:nvPr/>
        </p:nvSpPr>
        <p:spPr>
          <a:xfrm>
            <a:off x="5882895" y="978189"/>
            <a:ext cx="11376405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algn="r">
              <a:lnSpc>
                <a:spcPts val="5040"/>
              </a:lnSpc>
            </a:pPr>
            <a:r>
              <a:rPr lang="en-US" sz="4800">
                <a:solidFill>
                  <a:srgbClr val="101010"/>
                </a:solidFill>
                <a:latin typeface="Montserrat Classic Bold"/>
                <a:sym typeface="Montserrat Classic Bold"/>
              </a:rPr>
              <a:t>How to Write in a File: Steps</a:t>
            </a:r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EB7FA85-6FE9-B704-D223-4B5BF92FF66D}"/>
              </a:ext>
            </a:extLst>
          </p:cNvPr>
          <p:cNvGrpSpPr/>
          <p:nvPr/>
        </p:nvGrpSpPr>
        <p:grpSpPr>
          <a:xfrm>
            <a:off x="12954000" y="1800746"/>
            <a:ext cx="4533900" cy="373702"/>
            <a:chOff x="12954000" y="1800746"/>
            <a:chExt cx="726478" cy="102856"/>
          </a:xfrm>
        </p:grpSpPr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2AFEA9FB-AE78-5D99-128F-761C8308E422}"/>
                </a:ext>
              </a:extLst>
            </p:cNvPr>
            <p:cNvSpPr/>
            <p:nvPr/>
          </p:nvSpPr>
          <p:spPr>
            <a:xfrm>
              <a:off x="12954000" y="1838846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8" name="TextBox 12">
              <a:extLst>
                <a:ext uri="{FF2B5EF4-FFF2-40B4-BE49-F238E27FC236}">
                  <a16:creationId xmlns:a16="http://schemas.microsoft.com/office/drawing/2014/main" id="{4A70B554-5344-6225-40D9-CC11F956D149}"/>
                </a:ext>
              </a:extLst>
            </p:cNvPr>
            <p:cNvSpPr txBox="1"/>
            <p:nvPr/>
          </p:nvSpPr>
          <p:spPr>
            <a:xfrm>
              <a:off x="12954000" y="1800746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8E6B0C4-8AD2-37D7-32F3-AF64DDF83372}"/>
              </a:ext>
            </a:extLst>
          </p:cNvPr>
          <p:cNvGrpSpPr/>
          <p:nvPr/>
        </p:nvGrpSpPr>
        <p:grpSpPr>
          <a:xfrm>
            <a:off x="1028700" y="1430177"/>
            <a:ext cx="1856645" cy="212733"/>
            <a:chOff x="1028700" y="1430177"/>
            <a:chExt cx="488993" cy="56028"/>
          </a:xfrm>
        </p:grpSpPr>
        <p:sp>
          <p:nvSpPr>
            <p:cNvPr id="23" name="Freeform 16">
              <a:extLst>
                <a:ext uri="{FF2B5EF4-FFF2-40B4-BE49-F238E27FC236}">
                  <a16:creationId xmlns:a16="http://schemas.microsoft.com/office/drawing/2014/main" id="{A9C009C2-8842-4869-8426-6ECA61F47208}"/>
                </a:ext>
              </a:extLst>
            </p:cNvPr>
            <p:cNvSpPr/>
            <p:nvPr/>
          </p:nvSpPr>
          <p:spPr>
            <a:xfrm>
              <a:off x="1028700" y="1468277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4" name="TextBox 17">
              <a:extLst>
                <a:ext uri="{FF2B5EF4-FFF2-40B4-BE49-F238E27FC236}">
                  <a16:creationId xmlns:a16="http://schemas.microsoft.com/office/drawing/2014/main" id="{9E394197-B92F-8D2B-BFEA-95E35E0A48E1}"/>
                </a:ext>
              </a:extLst>
            </p:cNvPr>
            <p:cNvSpPr txBox="1"/>
            <p:nvPr/>
          </p:nvSpPr>
          <p:spPr>
            <a:xfrm>
              <a:off x="1028700" y="1430177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TextBox 18">
            <a:extLst>
              <a:ext uri="{FF2B5EF4-FFF2-40B4-BE49-F238E27FC236}">
                <a16:creationId xmlns:a16="http://schemas.microsoft.com/office/drawing/2014/main" id="{50FC309C-E6E3-DBBE-8BCC-BC76A8FC0E13}"/>
              </a:ext>
            </a:extLst>
          </p:cNvPr>
          <p:cNvSpPr txBox="1"/>
          <p:nvPr/>
        </p:nvSpPr>
        <p:spPr>
          <a:xfrm>
            <a:off x="1028700" y="981075"/>
            <a:ext cx="3489971" cy="40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1010"/>
                </a:solidFill>
                <a:latin typeface="Montserrat Classic Bold"/>
                <a:sym typeface="Montserrat Classic Bold"/>
              </a:rPr>
              <a:t>CSCI101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475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 txBox="1"/>
          <p:nvPr/>
        </p:nvSpPr>
        <p:spPr>
          <a:xfrm>
            <a:off x="1028700" y="2260064"/>
            <a:ext cx="185547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4000" b="1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2.  command: </a:t>
            </a:r>
            <a:r>
              <a:rPr lang="en-US" sz="4000">
                <a:solidFill>
                  <a:srgbClr val="1211CA"/>
                </a:solidFill>
                <a:latin typeface="Montserrat Ultra-Bold"/>
              </a:rPr>
              <a:t>echo </a:t>
            </a:r>
            <a:r>
              <a:rPr lang="en-US" sz="40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used to display text, but it can also be used to write to a file</a:t>
            </a:r>
            <a:r>
              <a:rPr lang="en-US" sz="4000" b="0" i="0" u="none" strike="noStrike" baseline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  <a:endParaRPr lang="en-US" sz="4000" b="0" i="0" u="none" strike="noStrike" baseline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6C803E-3FAB-33E9-5B2C-C8E4DBAE3D1B}"/>
              </a:ext>
            </a:extLst>
          </p:cNvPr>
          <p:cNvSpPr txBox="1"/>
          <p:nvPr/>
        </p:nvSpPr>
        <p:spPr>
          <a:xfrm>
            <a:off x="761999" y="3162669"/>
            <a:ext cx="1700774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Ex1: echo </a:t>
            </a:r>
            <a:r>
              <a:rPr lang="en-US" sz="3200" b="1" i="0" u="none" strike="noStrike" baseline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“</a:t>
            </a:r>
            <a:r>
              <a:rPr lang="en-US" sz="3200" b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This is my second line in my notes</a:t>
            </a:r>
            <a:r>
              <a:rPr lang="en-US" sz="3200" b="1" i="0" u="none" strike="noStrike" baseline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" </a:t>
            </a:r>
            <a:r>
              <a:rPr lang="en-US" sz="3200" b="1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&gt; lab_notes.txt </a:t>
            </a:r>
            <a:endParaRPr lang="en-US" sz="3200" b="0" i="0" u="none" strike="noStrike" baseline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This will create a file called lab_notes.txt and write </a:t>
            </a:r>
            <a:r>
              <a:rPr lang="en-US" sz="3200" b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“This is my second line in my notes" 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to it.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If lab_notes.txt already exists, it will </a:t>
            </a:r>
            <a:r>
              <a:rPr lang="en-US" sz="3200" b="1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overwrite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 the content of the file. </a:t>
            </a:r>
          </a:p>
          <a:p>
            <a:endParaRPr lang="en-US" sz="3200" b="0" i="0" u="none" strike="noStrike" baseline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sz="3200" b="0" i="0" u="none" strike="noStrike" baseline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sz="3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sz="3200" b="0" i="0" u="none" strike="noStrike" baseline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3200" b="1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Ex2: echo </a:t>
            </a:r>
            <a:r>
              <a:rPr lang="en-US" sz="3200" b="1" i="0" u="none" strike="noStrike" baseline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“</a:t>
            </a:r>
            <a:r>
              <a:rPr lang="en-US" sz="3200" b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This is my second line in my notes</a:t>
            </a:r>
            <a:r>
              <a:rPr lang="en-US" sz="3200" b="1" i="0" u="none" strike="noStrike" baseline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" </a:t>
            </a:r>
            <a:r>
              <a:rPr lang="en-US" sz="3200" b="1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&gt;&gt; lab_notes.txt </a:t>
            </a:r>
            <a:endParaRPr lang="en-US" sz="3200" b="0" i="0" u="none" strike="noStrike" baseline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To add content </a:t>
            </a:r>
            <a:r>
              <a:rPr lang="en-US" sz="3200" b="1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without overwriting 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the existing file, use &gt;&gt; instead of &gt;.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51CB7B6-9217-BA43-F8DD-76E7B0DDEA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03" y="7865766"/>
            <a:ext cx="16721876" cy="145603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92C9AF6-832D-26A9-6E96-D21D16A942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932"/>
          <a:stretch/>
        </p:blipFill>
        <p:spPr>
          <a:xfrm>
            <a:off x="783062" y="5136630"/>
            <a:ext cx="16721875" cy="11366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265EA80-7A57-17B7-1C32-5CCB84BD744A}"/>
              </a:ext>
            </a:extLst>
          </p:cNvPr>
          <p:cNvSpPr txBox="1"/>
          <p:nvPr/>
        </p:nvSpPr>
        <p:spPr>
          <a:xfrm>
            <a:off x="5882895" y="978189"/>
            <a:ext cx="11376405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algn="r">
              <a:lnSpc>
                <a:spcPts val="5040"/>
              </a:lnSpc>
            </a:pPr>
            <a:r>
              <a:rPr lang="en-US" sz="4800">
                <a:solidFill>
                  <a:srgbClr val="101010"/>
                </a:solidFill>
                <a:latin typeface="Montserrat Classic Bold"/>
                <a:sym typeface="Montserrat Classic Bold"/>
              </a:rPr>
              <a:t>How to Write in a File: Steps</a:t>
            </a:r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164A371-C979-FB0F-DDA5-1C07C588A6D5}"/>
              </a:ext>
            </a:extLst>
          </p:cNvPr>
          <p:cNvGrpSpPr/>
          <p:nvPr/>
        </p:nvGrpSpPr>
        <p:grpSpPr>
          <a:xfrm>
            <a:off x="12954000" y="1800746"/>
            <a:ext cx="4533900" cy="373702"/>
            <a:chOff x="12954000" y="1800746"/>
            <a:chExt cx="726478" cy="102856"/>
          </a:xfrm>
        </p:grpSpPr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A8D803D2-E553-19FB-B615-73EE22FFDED1}"/>
                </a:ext>
              </a:extLst>
            </p:cNvPr>
            <p:cNvSpPr/>
            <p:nvPr/>
          </p:nvSpPr>
          <p:spPr>
            <a:xfrm>
              <a:off x="12954000" y="1838846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8" name="TextBox 12">
              <a:extLst>
                <a:ext uri="{FF2B5EF4-FFF2-40B4-BE49-F238E27FC236}">
                  <a16:creationId xmlns:a16="http://schemas.microsoft.com/office/drawing/2014/main" id="{23DCF761-56B1-EEAF-9198-8AA5096787E5}"/>
                </a:ext>
              </a:extLst>
            </p:cNvPr>
            <p:cNvSpPr txBox="1"/>
            <p:nvPr/>
          </p:nvSpPr>
          <p:spPr>
            <a:xfrm>
              <a:off x="12954000" y="1800746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6D59FCD-7DA1-7A33-F113-F0D9BDA5A48B}"/>
              </a:ext>
            </a:extLst>
          </p:cNvPr>
          <p:cNvGrpSpPr/>
          <p:nvPr/>
        </p:nvGrpSpPr>
        <p:grpSpPr>
          <a:xfrm>
            <a:off x="1028700" y="1430177"/>
            <a:ext cx="1856645" cy="212733"/>
            <a:chOff x="1028700" y="1430177"/>
            <a:chExt cx="488993" cy="56028"/>
          </a:xfrm>
        </p:grpSpPr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2B95535F-B9B7-751A-4135-9A931924A206}"/>
                </a:ext>
              </a:extLst>
            </p:cNvPr>
            <p:cNvSpPr/>
            <p:nvPr/>
          </p:nvSpPr>
          <p:spPr>
            <a:xfrm>
              <a:off x="1028700" y="1468277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3" name="TextBox 17">
              <a:extLst>
                <a:ext uri="{FF2B5EF4-FFF2-40B4-BE49-F238E27FC236}">
                  <a16:creationId xmlns:a16="http://schemas.microsoft.com/office/drawing/2014/main" id="{C1376359-9E69-FBAD-D192-0BF9B5C529A3}"/>
                </a:ext>
              </a:extLst>
            </p:cNvPr>
            <p:cNvSpPr txBox="1"/>
            <p:nvPr/>
          </p:nvSpPr>
          <p:spPr>
            <a:xfrm>
              <a:off x="1028700" y="1430177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TextBox 18">
            <a:extLst>
              <a:ext uri="{FF2B5EF4-FFF2-40B4-BE49-F238E27FC236}">
                <a16:creationId xmlns:a16="http://schemas.microsoft.com/office/drawing/2014/main" id="{46630DCE-5EBE-C109-D433-BCCBE8AF23DF}"/>
              </a:ext>
            </a:extLst>
          </p:cNvPr>
          <p:cNvSpPr txBox="1"/>
          <p:nvPr/>
        </p:nvSpPr>
        <p:spPr>
          <a:xfrm>
            <a:off x="1028700" y="981075"/>
            <a:ext cx="3489971" cy="40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1010"/>
                </a:solidFill>
                <a:latin typeface="Montserrat Classic Bold"/>
                <a:sym typeface="Montserrat Classic Bold"/>
              </a:rPr>
              <a:t>CSCI101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559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 txBox="1"/>
          <p:nvPr/>
        </p:nvSpPr>
        <p:spPr>
          <a:xfrm>
            <a:off x="857250" y="2875975"/>
            <a:ext cx="165735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4000" b="1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command: </a:t>
            </a:r>
            <a:r>
              <a:rPr lang="en-US" sz="4000">
                <a:solidFill>
                  <a:srgbClr val="1211CA"/>
                </a:solidFill>
                <a:latin typeface="Montserrat Ultra-Bold"/>
              </a:rPr>
              <a:t>cat</a:t>
            </a:r>
            <a:r>
              <a:rPr lang="en-US" sz="40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 filename.txt</a:t>
            </a:r>
            <a:r>
              <a:rPr lang="en-US" sz="4000">
                <a:solidFill>
                  <a:srgbClr val="000000"/>
                </a:solidFill>
                <a:latin typeface="Calibri" panose="020F0502020204030204" pitchFamily="34" charset="0"/>
              </a:rPr>
              <a:t> , Also </a:t>
            </a:r>
            <a:r>
              <a:rPr lang="en-US" sz="4000">
                <a:solidFill>
                  <a:srgbClr val="1211CA"/>
                </a:solidFill>
                <a:latin typeface="Montserrat Ultra-Bold"/>
              </a:rPr>
              <a:t>head, tail </a:t>
            </a:r>
            <a:r>
              <a:rPr lang="en-US" sz="4000">
                <a:solidFill>
                  <a:srgbClr val="000000"/>
                </a:solidFill>
                <a:latin typeface="Calibri" panose="020F0502020204030204" pitchFamily="34" charset="0"/>
              </a:rPr>
              <a:t>and</a:t>
            </a:r>
            <a:r>
              <a:rPr lang="en-US" sz="4000">
                <a:solidFill>
                  <a:srgbClr val="1211CA"/>
                </a:solidFill>
                <a:latin typeface="Montserrat Ultra-Bold"/>
              </a:rPr>
              <a:t> less </a:t>
            </a:r>
            <a:r>
              <a:rPr lang="en-US" sz="4000">
                <a:solidFill>
                  <a:srgbClr val="000000"/>
                </a:solidFill>
                <a:latin typeface="Calibri" panose="020F0502020204030204" pitchFamily="34" charset="0"/>
              </a:rPr>
              <a:t>commands are used</a:t>
            </a:r>
            <a:r>
              <a:rPr lang="en-US" sz="40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632282C-90FD-FEB0-A49F-5F2932B211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08" r="33816" b="25258"/>
          <a:stretch/>
        </p:blipFill>
        <p:spPr>
          <a:xfrm>
            <a:off x="740454" y="3739880"/>
            <a:ext cx="17033039" cy="105624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710CD74-C353-FED6-C988-0A56090BC916}"/>
              </a:ext>
            </a:extLst>
          </p:cNvPr>
          <p:cNvSpPr txBox="1"/>
          <p:nvPr/>
        </p:nvSpPr>
        <p:spPr>
          <a:xfrm>
            <a:off x="1057275" y="5981700"/>
            <a:ext cx="11430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Note commands differences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cat - Display the contents of a file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head - Display the </a:t>
            </a:r>
            <a:r>
              <a:rPr lang="en-US" sz="3200" b="1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first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 few lines of a file.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tail - Display the </a:t>
            </a:r>
            <a:r>
              <a:rPr lang="en-US" sz="3200" b="1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last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 few lines of a file.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less - View the contents of a file </a:t>
            </a:r>
            <a:r>
              <a:rPr lang="en-US" sz="3200" b="1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page by page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  <a:endParaRPr lang="en-US" sz="32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2E6648-B401-0E31-0524-98560B95F8AC}"/>
              </a:ext>
            </a:extLst>
          </p:cNvPr>
          <p:cNvSpPr txBox="1"/>
          <p:nvPr/>
        </p:nvSpPr>
        <p:spPr>
          <a:xfrm>
            <a:off x="3877961" y="978189"/>
            <a:ext cx="13381339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algn="r">
              <a:lnSpc>
                <a:spcPts val="5040"/>
              </a:lnSpc>
            </a:pPr>
            <a:r>
              <a:rPr lang="en-US" sz="4800">
                <a:solidFill>
                  <a:srgbClr val="101010"/>
                </a:solidFill>
                <a:latin typeface="Montserrat Classic Bold"/>
                <a:sym typeface="Montserrat Classic Bold"/>
              </a:rPr>
              <a:t>How to View Content of a File: Steps</a:t>
            </a:r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4C0A790-28F0-A99B-983E-6BF36DBAE874}"/>
              </a:ext>
            </a:extLst>
          </p:cNvPr>
          <p:cNvGrpSpPr/>
          <p:nvPr/>
        </p:nvGrpSpPr>
        <p:grpSpPr>
          <a:xfrm>
            <a:off x="12954000" y="1800746"/>
            <a:ext cx="4533900" cy="373702"/>
            <a:chOff x="12954000" y="1800746"/>
            <a:chExt cx="726478" cy="102856"/>
          </a:xfrm>
        </p:grpSpPr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3BB235B5-C6B4-685B-E5D0-74C2DFE2ADD9}"/>
                </a:ext>
              </a:extLst>
            </p:cNvPr>
            <p:cNvSpPr/>
            <p:nvPr/>
          </p:nvSpPr>
          <p:spPr>
            <a:xfrm>
              <a:off x="12954000" y="1838846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8" name="TextBox 12">
              <a:extLst>
                <a:ext uri="{FF2B5EF4-FFF2-40B4-BE49-F238E27FC236}">
                  <a16:creationId xmlns:a16="http://schemas.microsoft.com/office/drawing/2014/main" id="{EEFB09DC-8B0A-28EB-7F4C-5EDDB63A9FF4}"/>
                </a:ext>
              </a:extLst>
            </p:cNvPr>
            <p:cNvSpPr txBox="1"/>
            <p:nvPr/>
          </p:nvSpPr>
          <p:spPr>
            <a:xfrm>
              <a:off x="12954000" y="1800746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47CF107-CE86-5047-EDDF-2A3550BD7438}"/>
              </a:ext>
            </a:extLst>
          </p:cNvPr>
          <p:cNvGrpSpPr/>
          <p:nvPr/>
        </p:nvGrpSpPr>
        <p:grpSpPr>
          <a:xfrm>
            <a:off x="1028700" y="1430177"/>
            <a:ext cx="1856645" cy="212733"/>
            <a:chOff x="1028700" y="1430177"/>
            <a:chExt cx="488993" cy="56028"/>
          </a:xfrm>
        </p:grpSpPr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42BE35F5-3427-602A-408F-7DA8134F62DF}"/>
                </a:ext>
              </a:extLst>
            </p:cNvPr>
            <p:cNvSpPr/>
            <p:nvPr/>
          </p:nvSpPr>
          <p:spPr>
            <a:xfrm>
              <a:off x="1028700" y="1468277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2" name="TextBox 17">
              <a:extLst>
                <a:ext uri="{FF2B5EF4-FFF2-40B4-BE49-F238E27FC236}">
                  <a16:creationId xmlns:a16="http://schemas.microsoft.com/office/drawing/2014/main" id="{9C9FEC68-045A-CEA6-26D9-B67F84982FDF}"/>
                </a:ext>
              </a:extLst>
            </p:cNvPr>
            <p:cNvSpPr txBox="1"/>
            <p:nvPr/>
          </p:nvSpPr>
          <p:spPr>
            <a:xfrm>
              <a:off x="1028700" y="1430177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TextBox 18">
            <a:extLst>
              <a:ext uri="{FF2B5EF4-FFF2-40B4-BE49-F238E27FC236}">
                <a16:creationId xmlns:a16="http://schemas.microsoft.com/office/drawing/2014/main" id="{0B82FC25-A5BA-2C27-343C-D33676067D57}"/>
              </a:ext>
            </a:extLst>
          </p:cNvPr>
          <p:cNvSpPr txBox="1"/>
          <p:nvPr/>
        </p:nvSpPr>
        <p:spPr>
          <a:xfrm>
            <a:off x="1028700" y="981075"/>
            <a:ext cx="3489971" cy="40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1010"/>
                </a:solidFill>
                <a:latin typeface="Montserrat Classic Bold"/>
                <a:sym typeface="Montserrat Classic Bold"/>
              </a:rPr>
              <a:t>CSCI101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6984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 txBox="1"/>
          <p:nvPr/>
        </p:nvSpPr>
        <p:spPr>
          <a:xfrm>
            <a:off x="1057275" y="2148617"/>
            <a:ext cx="16573500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fr-FR" sz="4000" b="1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command: </a:t>
            </a:r>
            <a:r>
              <a:rPr lang="fr-FR" sz="4000" err="1">
                <a:solidFill>
                  <a:srgbClr val="1211CA"/>
                </a:solidFill>
                <a:latin typeface="Montserrat Ultra-Bold"/>
              </a:rPr>
              <a:t>cp</a:t>
            </a:r>
            <a:r>
              <a:rPr lang="fr-FR" sz="40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 File.txt /</a:t>
            </a:r>
            <a:r>
              <a:rPr lang="fr-FR" sz="4000" b="0" i="0" u="none" strike="noStrike" baseline="0" err="1">
                <a:solidFill>
                  <a:srgbClr val="000000"/>
                </a:solidFill>
                <a:latin typeface="Calibri" panose="020F0502020204030204" pitchFamily="34" charset="0"/>
              </a:rPr>
              <a:t>copy</a:t>
            </a:r>
            <a:r>
              <a:rPr lang="fr-FR" sz="4000" err="1">
                <a:solidFill>
                  <a:srgbClr val="000000"/>
                </a:solidFill>
                <a:latin typeface="Calibri" panose="020F0502020204030204" pitchFamily="34" charset="0"/>
              </a:rPr>
              <a:t>Location</a:t>
            </a:r>
            <a:r>
              <a:rPr lang="fr-FR" sz="40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fr-FR" sz="40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fr-FR" sz="40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 Copy a file. </a:t>
            </a:r>
          </a:p>
          <a:p>
            <a:endParaRPr lang="fr-FR" sz="40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fr-FR" sz="4000" b="0" i="0" u="none" strike="noStrike" baseline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fr-FR" sz="4000" b="0" i="0" u="none" strike="noStrike" baseline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4000" b="1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command: </a:t>
            </a:r>
            <a:r>
              <a:rPr lang="en-US" sz="4000">
                <a:solidFill>
                  <a:srgbClr val="1211CA"/>
                </a:solidFill>
                <a:latin typeface="Montserrat Ultra-Bold"/>
              </a:rPr>
              <a:t>mv</a:t>
            </a:r>
            <a:r>
              <a:rPr lang="en-US" sz="40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fr-FR" sz="40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File</a:t>
            </a:r>
            <a:r>
              <a:rPr lang="en-US" sz="40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.txt /new</a:t>
            </a:r>
            <a:r>
              <a:rPr lang="fr-FR" sz="4000">
                <a:solidFill>
                  <a:srgbClr val="000000"/>
                </a:solidFill>
                <a:latin typeface="Calibri" panose="020F0502020204030204" pitchFamily="34" charset="0"/>
              </a:rPr>
              <a:t>Location</a:t>
            </a:r>
            <a:r>
              <a:rPr lang="en-US" sz="40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fr-FR" sz="40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en-US" sz="40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 Move a file. </a:t>
            </a:r>
          </a:p>
          <a:p>
            <a:endParaRPr lang="en-US" sz="40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sz="4000" b="0" i="0" u="none" strike="noStrike" baseline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sz="4000" b="0" i="0" u="none" strike="noStrike" baseline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4000" b="1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command: </a:t>
            </a:r>
            <a:r>
              <a:rPr lang="en-US" sz="4000">
                <a:solidFill>
                  <a:srgbClr val="1211CA"/>
                </a:solidFill>
                <a:latin typeface="Montserrat Ultra-Bold"/>
              </a:rPr>
              <a:t>rm</a:t>
            </a:r>
            <a:r>
              <a:rPr lang="en-US" sz="40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fr-FR" sz="40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File</a:t>
            </a:r>
            <a:r>
              <a:rPr lang="en-US" sz="40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.txt </a:t>
            </a:r>
            <a:r>
              <a:rPr lang="fr-FR" sz="40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en-US" sz="40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 Delete a file.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E671C1-69F5-202D-1939-3D0398106B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7961182"/>
            <a:ext cx="11401425" cy="137160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03B025CF-C515-C948-D223-4C958DF5901F}"/>
              </a:ext>
            </a:extLst>
          </p:cNvPr>
          <p:cNvSpPr/>
          <p:nvPr/>
        </p:nvSpPr>
        <p:spPr>
          <a:xfrm>
            <a:off x="9956904" y="8635899"/>
            <a:ext cx="2590800" cy="838200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6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71B48C-8265-DB74-EA25-6812212C65A6}"/>
              </a:ext>
            </a:extLst>
          </p:cNvPr>
          <p:cNvSpPr txBox="1"/>
          <p:nvPr/>
        </p:nvSpPr>
        <p:spPr>
          <a:xfrm>
            <a:off x="14104572" y="8812379"/>
            <a:ext cx="4572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800">
                <a:solidFill>
                  <a:srgbClr val="00000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/>
              <a:t>Look deleted successfully 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822850B-58E1-6F89-AF48-084156B73265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12773025" y="9073989"/>
            <a:ext cx="133154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0F224A8F-BF9B-904F-3954-93F91186C6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5214571"/>
            <a:ext cx="10768013" cy="162407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82FA2A4-E624-4E90-17DF-3EB232BF8F9A}"/>
              </a:ext>
            </a:extLst>
          </p:cNvPr>
          <p:cNvSpPr txBox="1"/>
          <p:nvPr/>
        </p:nvSpPr>
        <p:spPr>
          <a:xfrm>
            <a:off x="12658725" y="5741023"/>
            <a:ext cx="4572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>
                <a:solidFill>
                  <a:srgbClr val="000000"/>
                </a:solidFill>
                <a:latin typeface="Calibri" panose="020F0502020204030204" pitchFamily="34" charset="0"/>
              </a:rPr>
              <a:t>Look file moved from Downloads to Desktop successfully </a:t>
            </a:r>
            <a:endParaRPr lang="en-US" sz="120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9BAC78D-1EE5-5F87-10E8-CC4F7E9EE31C}"/>
              </a:ext>
            </a:extLst>
          </p:cNvPr>
          <p:cNvCxnSpPr>
            <a:cxnSpLocks/>
          </p:cNvCxnSpPr>
          <p:nvPr/>
        </p:nvCxnSpPr>
        <p:spPr>
          <a:xfrm flipH="1">
            <a:off x="11327178" y="6026607"/>
            <a:ext cx="133154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131C08C3-92F5-DCFB-386B-0ED4B3D00E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894066"/>
            <a:ext cx="11700314" cy="1384994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251925D-E443-FE32-2F23-37B2EC619E94}"/>
              </a:ext>
            </a:extLst>
          </p:cNvPr>
          <p:cNvCxnSpPr>
            <a:cxnSpLocks/>
          </p:cNvCxnSpPr>
          <p:nvPr/>
        </p:nvCxnSpPr>
        <p:spPr>
          <a:xfrm flipH="1">
            <a:off x="12773025" y="3771900"/>
            <a:ext cx="133154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7E8A85C-CF93-18FA-D6F7-831D035D8461}"/>
              </a:ext>
            </a:extLst>
          </p:cNvPr>
          <p:cNvSpPr txBox="1"/>
          <p:nvPr/>
        </p:nvSpPr>
        <p:spPr>
          <a:xfrm>
            <a:off x="14325600" y="3101639"/>
            <a:ext cx="39624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>
                <a:solidFill>
                  <a:srgbClr val="000000"/>
                </a:solidFill>
                <a:latin typeface="Calibri" panose="020F0502020204030204" pitchFamily="34" charset="0"/>
              </a:rPr>
              <a:t>Look file copied from csci101 folder to Downloads successfully </a:t>
            </a:r>
            <a:endParaRPr lang="en-US" sz="12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B51FE5-EAE8-8DB5-F6E8-B312CC92AE27}"/>
              </a:ext>
            </a:extLst>
          </p:cNvPr>
          <p:cNvSpPr txBox="1"/>
          <p:nvPr/>
        </p:nvSpPr>
        <p:spPr>
          <a:xfrm>
            <a:off x="3877961" y="978189"/>
            <a:ext cx="13381339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algn="r">
              <a:lnSpc>
                <a:spcPts val="5040"/>
              </a:lnSpc>
            </a:pPr>
            <a:r>
              <a:rPr lang="en-US" sz="4800">
                <a:solidFill>
                  <a:srgbClr val="101010"/>
                </a:solidFill>
                <a:latin typeface="Montserrat Classic Bold"/>
                <a:sym typeface="Montserrat Classic Bold"/>
              </a:rPr>
              <a:t>How to View Content of a File: Steps</a:t>
            </a:r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BF554AC-316C-8CC3-9252-EB591F27DC09}"/>
              </a:ext>
            </a:extLst>
          </p:cNvPr>
          <p:cNvGrpSpPr/>
          <p:nvPr/>
        </p:nvGrpSpPr>
        <p:grpSpPr>
          <a:xfrm>
            <a:off x="12954000" y="1800746"/>
            <a:ext cx="4533900" cy="373702"/>
            <a:chOff x="12954000" y="1800746"/>
            <a:chExt cx="726478" cy="102856"/>
          </a:xfrm>
        </p:grpSpPr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6EF64631-197F-4B55-31BB-472DEFB5E712}"/>
                </a:ext>
              </a:extLst>
            </p:cNvPr>
            <p:cNvSpPr/>
            <p:nvPr/>
          </p:nvSpPr>
          <p:spPr>
            <a:xfrm>
              <a:off x="12954000" y="1838846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8" name="TextBox 12">
              <a:extLst>
                <a:ext uri="{FF2B5EF4-FFF2-40B4-BE49-F238E27FC236}">
                  <a16:creationId xmlns:a16="http://schemas.microsoft.com/office/drawing/2014/main" id="{9E69AD7A-2151-1373-F749-2070B2F3D149}"/>
                </a:ext>
              </a:extLst>
            </p:cNvPr>
            <p:cNvSpPr txBox="1"/>
            <p:nvPr/>
          </p:nvSpPr>
          <p:spPr>
            <a:xfrm>
              <a:off x="12954000" y="1800746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35079CD-1AAE-65D6-284B-802601775BD9}"/>
              </a:ext>
            </a:extLst>
          </p:cNvPr>
          <p:cNvGrpSpPr/>
          <p:nvPr/>
        </p:nvGrpSpPr>
        <p:grpSpPr>
          <a:xfrm>
            <a:off x="1028700" y="1430177"/>
            <a:ext cx="1856645" cy="212733"/>
            <a:chOff x="1028700" y="1430177"/>
            <a:chExt cx="488993" cy="56028"/>
          </a:xfrm>
        </p:grpSpPr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01632CDE-05C3-4034-71F6-766760BF4004}"/>
                </a:ext>
              </a:extLst>
            </p:cNvPr>
            <p:cNvSpPr/>
            <p:nvPr/>
          </p:nvSpPr>
          <p:spPr>
            <a:xfrm>
              <a:off x="1028700" y="1468277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4" name="TextBox 17">
              <a:extLst>
                <a:ext uri="{FF2B5EF4-FFF2-40B4-BE49-F238E27FC236}">
                  <a16:creationId xmlns:a16="http://schemas.microsoft.com/office/drawing/2014/main" id="{0713D0B5-F9EE-9664-8B52-63022052EB26}"/>
                </a:ext>
              </a:extLst>
            </p:cNvPr>
            <p:cNvSpPr txBox="1"/>
            <p:nvPr/>
          </p:nvSpPr>
          <p:spPr>
            <a:xfrm>
              <a:off x="1028700" y="1430177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9" name="TextBox 18">
            <a:extLst>
              <a:ext uri="{FF2B5EF4-FFF2-40B4-BE49-F238E27FC236}">
                <a16:creationId xmlns:a16="http://schemas.microsoft.com/office/drawing/2014/main" id="{DDEAD913-C76C-AE75-141E-51BBF0D683C1}"/>
              </a:ext>
            </a:extLst>
          </p:cNvPr>
          <p:cNvSpPr txBox="1"/>
          <p:nvPr/>
        </p:nvSpPr>
        <p:spPr>
          <a:xfrm>
            <a:off x="1028700" y="981075"/>
            <a:ext cx="3489971" cy="40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1010"/>
                </a:solidFill>
                <a:latin typeface="Montserrat Classic Bold"/>
                <a:sym typeface="Montserrat Classic Bold"/>
              </a:rPr>
              <a:t>CSCI101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833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0AEDBD8-B9E9-4CA0-12C2-96E861F180AB}"/>
              </a:ext>
            </a:extLst>
          </p:cNvPr>
          <p:cNvSpPr txBox="1"/>
          <p:nvPr/>
        </p:nvSpPr>
        <p:spPr>
          <a:xfrm>
            <a:off x="554636" y="2274778"/>
            <a:ext cx="1575216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Calibri" panose="020F0502020204030204" pitchFamily="34" charset="0"/>
              </a:rPr>
              <a:t>using </a:t>
            </a:r>
            <a:r>
              <a:rPr lang="en-US" sz="3600">
                <a:solidFill>
                  <a:srgbClr val="1211CA"/>
                </a:solidFill>
                <a:latin typeface="Montserrat Ultra-Bold"/>
              </a:rPr>
              <a:t>man</a:t>
            </a:r>
            <a:r>
              <a:rPr lang="en-US" sz="3600">
                <a:solidFill>
                  <a:srgbClr val="000000"/>
                </a:solidFill>
                <a:latin typeface="Calibri" panose="020F0502020204030204" pitchFamily="34" charset="0"/>
              </a:rPr>
              <a:t> → Display the manual for a command.    </a:t>
            </a:r>
          </a:p>
          <a:p>
            <a:r>
              <a:rPr lang="en-US" sz="3600">
                <a:solidFill>
                  <a:srgbClr val="000000"/>
                </a:solidFill>
                <a:latin typeface="Calibri" panose="020F0502020204030204" pitchFamily="34" charset="0"/>
              </a:rPr>
              <a:t>Syntax: man </a:t>
            </a:r>
            <a:r>
              <a:rPr lang="en-US" sz="3600" err="1">
                <a:solidFill>
                  <a:srgbClr val="000000"/>
                </a:solidFill>
                <a:latin typeface="Calibri" panose="020F0502020204030204" pitchFamily="34" charset="0"/>
              </a:rPr>
              <a:t>command_name</a:t>
            </a:r>
            <a:r>
              <a:rPr lang="en-US" sz="360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  <a:p>
            <a:endParaRPr lang="en-US" sz="36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sz="36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sz="36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sz="36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sz="36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AD24F08-E88C-5913-8005-C81601F524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599" y="3009900"/>
            <a:ext cx="11034713" cy="5334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7E0663C-8AB3-EEEB-844A-CA1300A9EF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3932264"/>
            <a:ext cx="10582275" cy="53530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4DCB40-8667-79DC-5342-77F769C23477}"/>
              </a:ext>
            </a:extLst>
          </p:cNvPr>
          <p:cNvSpPr txBox="1"/>
          <p:nvPr/>
        </p:nvSpPr>
        <p:spPr>
          <a:xfrm>
            <a:off x="2884863" y="640910"/>
            <a:ext cx="14374437" cy="1282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algn="r">
              <a:lnSpc>
                <a:spcPts val="5040"/>
              </a:lnSpc>
            </a:pPr>
            <a:r>
              <a:rPr lang="en-US" sz="4800">
                <a:solidFill>
                  <a:srgbClr val="101010"/>
                </a:solidFill>
                <a:latin typeface="Montserrat Classic Bold"/>
                <a:sym typeface="Montserrat Classic Bold"/>
              </a:rPr>
              <a:t>How to Get Help For a Specific Command: Steps</a:t>
            </a:r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9804569-96FE-ECC3-E8B7-CB1577830148}"/>
              </a:ext>
            </a:extLst>
          </p:cNvPr>
          <p:cNvGrpSpPr/>
          <p:nvPr/>
        </p:nvGrpSpPr>
        <p:grpSpPr>
          <a:xfrm>
            <a:off x="12954000" y="1800746"/>
            <a:ext cx="4533900" cy="373702"/>
            <a:chOff x="12954000" y="1800746"/>
            <a:chExt cx="726478" cy="10285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7426C09-D271-05AE-0DCA-3D3DCD9C3694}"/>
                </a:ext>
              </a:extLst>
            </p:cNvPr>
            <p:cNvSpPr/>
            <p:nvPr/>
          </p:nvSpPr>
          <p:spPr>
            <a:xfrm>
              <a:off x="12954000" y="1838846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5" name="TextBox 12">
              <a:extLst>
                <a:ext uri="{FF2B5EF4-FFF2-40B4-BE49-F238E27FC236}">
                  <a16:creationId xmlns:a16="http://schemas.microsoft.com/office/drawing/2014/main" id="{887377CA-BB29-0367-2E7E-51876AABD2C7}"/>
                </a:ext>
              </a:extLst>
            </p:cNvPr>
            <p:cNvSpPr txBox="1"/>
            <p:nvPr/>
          </p:nvSpPr>
          <p:spPr>
            <a:xfrm>
              <a:off x="12954000" y="1800746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833B917-947D-4AA7-76E3-73AA9C8287E8}"/>
              </a:ext>
            </a:extLst>
          </p:cNvPr>
          <p:cNvGrpSpPr/>
          <p:nvPr/>
        </p:nvGrpSpPr>
        <p:grpSpPr>
          <a:xfrm>
            <a:off x="1028700" y="1430177"/>
            <a:ext cx="1856645" cy="212733"/>
            <a:chOff x="1028700" y="1430177"/>
            <a:chExt cx="488993" cy="56028"/>
          </a:xfrm>
        </p:grpSpPr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17E87E0B-E125-1D73-B895-2DC06ED940B1}"/>
                </a:ext>
              </a:extLst>
            </p:cNvPr>
            <p:cNvSpPr/>
            <p:nvPr/>
          </p:nvSpPr>
          <p:spPr>
            <a:xfrm>
              <a:off x="1028700" y="1468277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0" name="TextBox 17">
              <a:extLst>
                <a:ext uri="{FF2B5EF4-FFF2-40B4-BE49-F238E27FC236}">
                  <a16:creationId xmlns:a16="http://schemas.microsoft.com/office/drawing/2014/main" id="{C66B2174-8656-ECB1-DA82-5432E20CFEB6}"/>
                </a:ext>
              </a:extLst>
            </p:cNvPr>
            <p:cNvSpPr txBox="1"/>
            <p:nvPr/>
          </p:nvSpPr>
          <p:spPr>
            <a:xfrm>
              <a:off x="1028700" y="1430177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TextBox 18">
            <a:extLst>
              <a:ext uri="{FF2B5EF4-FFF2-40B4-BE49-F238E27FC236}">
                <a16:creationId xmlns:a16="http://schemas.microsoft.com/office/drawing/2014/main" id="{C3ED4261-03A6-131D-B1E8-87BD07415AE8}"/>
              </a:ext>
            </a:extLst>
          </p:cNvPr>
          <p:cNvSpPr txBox="1"/>
          <p:nvPr/>
        </p:nvSpPr>
        <p:spPr>
          <a:xfrm>
            <a:off x="1028700" y="981075"/>
            <a:ext cx="3489971" cy="40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1010"/>
                </a:solidFill>
                <a:latin typeface="Montserrat Classic Bold"/>
                <a:sym typeface="Montserrat Classic Bold"/>
              </a:rPr>
              <a:t>CSCI101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9257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0AEDBD8-B9E9-4CA0-12C2-96E861F180AB}"/>
              </a:ext>
            </a:extLst>
          </p:cNvPr>
          <p:cNvSpPr txBox="1"/>
          <p:nvPr/>
        </p:nvSpPr>
        <p:spPr>
          <a:xfrm>
            <a:off x="554636" y="3174188"/>
            <a:ext cx="1575216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Calibri" panose="020F0502020204030204" pitchFamily="34" charset="0"/>
              </a:rPr>
              <a:t>using </a:t>
            </a:r>
            <a:r>
              <a:rPr lang="en-US" sz="3600">
                <a:solidFill>
                  <a:srgbClr val="1211CA"/>
                </a:solidFill>
                <a:latin typeface="Montserrat Ultra-Bold"/>
              </a:rPr>
              <a:t>man</a:t>
            </a:r>
            <a:r>
              <a:rPr lang="en-US" sz="3600">
                <a:solidFill>
                  <a:srgbClr val="000000"/>
                </a:solidFill>
                <a:latin typeface="Calibri" panose="020F0502020204030204" pitchFamily="34" charset="0"/>
              </a:rPr>
              <a:t> → Display the manual for a command.    </a:t>
            </a:r>
          </a:p>
          <a:p>
            <a:r>
              <a:rPr lang="en-US" sz="3600">
                <a:solidFill>
                  <a:srgbClr val="000000"/>
                </a:solidFill>
                <a:latin typeface="Calibri" panose="020F0502020204030204" pitchFamily="34" charset="0"/>
              </a:rPr>
              <a:t>Syntax: man </a:t>
            </a:r>
            <a:r>
              <a:rPr lang="en-US" sz="3600" err="1">
                <a:solidFill>
                  <a:srgbClr val="000000"/>
                </a:solidFill>
                <a:latin typeface="Calibri" panose="020F0502020204030204" pitchFamily="34" charset="0"/>
              </a:rPr>
              <a:t>command_name</a:t>
            </a:r>
            <a:r>
              <a:rPr lang="en-US" sz="360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  <a:p>
            <a:endParaRPr lang="en-US" sz="36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sz="36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sz="36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sz="36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sz="36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7D85F6A-5F4C-BE7F-6F2B-68FDFE1DDC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886"/>
          <a:stretch/>
        </p:blipFill>
        <p:spPr>
          <a:xfrm>
            <a:off x="1957022" y="4742234"/>
            <a:ext cx="14284972" cy="34342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79962CC-2F2C-2D79-5E43-BB1420760807}"/>
              </a:ext>
            </a:extLst>
          </p:cNvPr>
          <p:cNvSpPr txBox="1"/>
          <p:nvPr/>
        </p:nvSpPr>
        <p:spPr>
          <a:xfrm>
            <a:off x="2884863" y="640910"/>
            <a:ext cx="14374437" cy="1282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algn="r">
              <a:lnSpc>
                <a:spcPts val="5040"/>
              </a:lnSpc>
            </a:pPr>
            <a:r>
              <a:rPr lang="en-US" sz="4800">
                <a:solidFill>
                  <a:srgbClr val="101010"/>
                </a:solidFill>
                <a:latin typeface="Montserrat Classic Bold"/>
                <a:sym typeface="Montserrat Classic Bold"/>
              </a:rPr>
              <a:t>How to Get Help For a Specific Command: Steps</a:t>
            </a:r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F8A5A7F-1EBC-202A-3D21-7E1828B1A189}"/>
              </a:ext>
            </a:extLst>
          </p:cNvPr>
          <p:cNvGrpSpPr/>
          <p:nvPr/>
        </p:nvGrpSpPr>
        <p:grpSpPr>
          <a:xfrm>
            <a:off x="12954000" y="1800746"/>
            <a:ext cx="4533900" cy="373702"/>
            <a:chOff x="12954000" y="1800746"/>
            <a:chExt cx="726478" cy="10285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391F5BA-3415-7DB9-9C05-8547CEBB621A}"/>
                </a:ext>
              </a:extLst>
            </p:cNvPr>
            <p:cNvSpPr/>
            <p:nvPr/>
          </p:nvSpPr>
          <p:spPr>
            <a:xfrm>
              <a:off x="12954000" y="1838846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5" name="TextBox 12">
              <a:extLst>
                <a:ext uri="{FF2B5EF4-FFF2-40B4-BE49-F238E27FC236}">
                  <a16:creationId xmlns:a16="http://schemas.microsoft.com/office/drawing/2014/main" id="{B12A3145-AA32-9EDE-24DA-1253BBA4B05C}"/>
                </a:ext>
              </a:extLst>
            </p:cNvPr>
            <p:cNvSpPr txBox="1"/>
            <p:nvPr/>
          </p:nvSpPr>
          <p:spPr>
            <a:xfrm>
              <a:off x="12954000" y="1800746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8FE33F6-980B-A37B-6BAB-77C5948E4B83}"/>
              </a:ext>
            </a:extLst>
          </p:cNvPr>
          <p:cNvGrpSpPr/>
          <p:nvPr/>
        </p:nvGrpSpPr>
        <p:grpSpPr>
          <a:xfrm>
            <a:off x="1028700" y="1430177"/>
            <a:ext cx="1856645" cy="212733"/>
            <a:chOff x="1028700" y="1430177"/>
            <a:chExt cx="488993" cy="56028"/>
          </a:xfrm>
        </p:grpSpPr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D992B529-6CD7-E894-DCB8-E4800C43A2A3}"/>
                </a:ext>
              </a:extLst>
            </p:cNvPr>
            <p:cNvSpPr/>
            <p:nvPr/>
          </p:nvSpPr>
          <p:spPr>
            <a:xfrm>
              <a:off x="1028700" y="1468277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1" name="TextBox 17">
              <a:extLst>
                <a:ext uri="{FF2B5EF4-FFF2-40B4-BE49-F238E27FC236}">
                  <a16:creationId xmlns:a16="http://schemas.microsoft.com/office/drawing/2014/main" id="{23DC8E0E-D4B7-589F-879B-DD49A7B7A5FD}"/>
                </a:ext>
              </a:extLst>
            </p:cNvPr>
            <p:cNvSpPr txBox="1"/>
            <p:nvPr/>
          </p:nvSpPr>
          <p:spPr>
            <a:xfrm>
              <a:off x="1028700" y="1430177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TextBox 18">
            <a:extLst>
              <a:ext uri="{FF2B5EF4-FFF2-40B4-BE49-F238E27FC236}">
                <a16:creationId xmlns:a16="http://schemas.microsoft.com/office/drawing/2014/main" id="{9ACBE99A-DB29-BF42-9723-8BDBBFDD3FBF}"/>
              </a:ext>
            </a:extLst>
          </p:cNvPr>
          <p:cNvSpPr txBox="1"/>
          <p:nvPr/>
        </p:nvSpPr>
        <p:spPr>
          <a:xfrm>
            <a:off x="1028700" y="981075"/>
            <a:ext cx="3489971" cy="40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1010"/>
                </a:solidFill>
                <a:latin typeface="Montserrat Classic Bold"/>
                <a:sym typeface="Montserrat Classic Bold"/>
              </a:rPr>
              <a:t>CSCI101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1785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5063123-091B-DB8C-FFF5-CF91D549A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9009" y="3640736"/>
            <a:ext cx="15130424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4000" b="1">
                <a:latin typeface="Arial" panose="020B0604020202020204" pitchFamily="34" charset="0"/>
              </a:rPr>
              <a:t>File Management task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4000" b="1">
              <a:latin typeface="Arial" panose="020B0604020202020204" pitchFamily="34" charset="0"/>
            </a:endParaRP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3600">
                <a:latin typeface="Arial" panose="020B0604020202020204" pitchFamily="34" charset="0"/>
              </a:rPr>
              <a:t>Create an empty file called </a:t>
            </a:r>
            <a:r>
              <a:rPr lang="en-US" altLang="en-US" sz="3600" b="1">
                <a:latin typeface="Arial" panose="020B0604020202020204" pitchFamily="34" charset="0"/>
              </a:rPr>
              <a:t>Task.txt </a:t>
            </a:r>
            <a:r>
              <a:rPr lang="en-US" altLang="en-US" sz="3600">
                <a:latin typeface="Arial" panose="020B0604020202020204" pitchFamily="34" charset="0"/>
              </a:rPr>
              <a:t>inside your home directory.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3600">
                <a:latin typeface="Arial" panose="020B0604020202020204" pitchFamily="34" charset="0"/>
              </a:rPr>
              <a:t>Write </a:t>
            </a:r>
            <a:r>
              <a:rPr lang="en-US" altLang="en-US" sz="36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"Hello, World!" </a:t>
            </a:r>
            <a:r>
              <a:rPr lang="en-US" altLang="en-US" sz="3600">
                <a:latin typeface="Arial" panose="020B0604020202020204" pitchFamily="34" charset="0"/>
              </a:rPr>
              <a:t>into the file </a:t>
            </a:r>
            <a:r>
              <a:rPr lang="en-US" altLang="en-US" sz="3600" b="1">
                <a:latin typeface="Arial" panose="020B0604020202020204" pitchFamily="34" charset="0"/>
              </a:rPr>
              <a:t>Task.txt </a:t>
            </a:r>
            <a:r>
              <a:rPr lang="en-US" altLang="en-US" sz="3600">
                <a:latin typeface="Arial" panose="020B0604020202020204" pitchFamily="34" charset="0"/>
              </a:rPr>
              <a:t>using the echo command.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3600">
                <a:latin typeface="Arial" panose="020B0604020202020204" pitchFamily="34" charset="0"/>
              </a:rPr>
              <a:t>Append </a:t>
            </a:r>
            <a:r>
              <a:rPr lang="en-US" altLang="en-US" sz="36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"This is a test." </a:t>
            </a:r>
            <a:r>
              <a:rPr lang="en-US" altLang="en-US" sz="3600">
                <a:latin typeface="Arial" panose="020B0604020202020204" pitchFamily="34" charset="0"/>
              </a:rPr>
              <a:t>to the same file.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3600">
                <a:latin typeface="Arial" panose="020B0604020202020204" pitchFamily="34" charset="0"/>
              </a:rPr>
              <a:t>Copy </a:t>
            </a:r>
            <a:r>
              <a:rPr lang="en-US" altLang="en-US" sz="3600" b="1">
                <a:latin typeface="Arial" panose="020B0604020202020204" pitchFamily="34" charset="0"/>
              </a:rPr>
              <a:t>Task.txt </a:t>
            </a:r>
            <a:r>
              <a:rPr lang="en-US" altLang="en-US" sz="3600">
                <a:latin typeface="Arial" panose="020B0604020202020204" pitchFamily="34" charset="0"/>
              </a:rPr>
              <a:t>to Desktop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3600">
                <a:latin typeface="Arial" panose="020B0604020202020204" pitchFamily="34" charset="0"/>
              </a:rPr>
              <a:t>Remove </a:t>
            </a:r>
            <a:r>
              <a:rPr lang="en-US" altLang="en-US" sz="3600" b="1">
                <a:latin typeface="Arial" panose="020B0604020202020204" pitchFamily="34" charset="0"/>
              </a:rPr>
              <a:t>Task.txt </a:t>
            </a:r>
            <a:r>
              <a:rPr lang="en-US" altLang="en-US" sz="3600">
                <a:latin typeface="Arial" panose="020B0604020202020204" pitchFamily="34" charset="0"/>
              </a:rPr>
              <a:t>from your home directory.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4000" b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</a:rPr>
              <a:t>Congratulations on finishing your task </a:t>
            </a:r>
          </a:p>
        </p:txBody>
      </p:sp>
      <p:pic>
        <p:nvPicPr>
          <p:cNvPr id="5" name="Graphic 4" descr="Clapping hands with solid fill">
            <a:extLst>
              <a:ext uri="{FF2B5EF4-FFF2-40B4-BE49-F238E27FC236}">
                <a16:creationId xmlns:a16="http://schemas.microsoft.com/office/drawing/2014/main" id="{B67F8A2B-2901-E10C-EE15-9F968646BD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8400" y="6975605"/>
            <a:ext cx="914400" cy="914400"/>
          </a:xfrm>
          <a:prstGeom prst="rect">
            <a:avLst/>
          </a:prstGeom>
        </p:spPr>
      </p:pic>
      <p:pic>
        <p:nvPicPr>
          <p:cNvPr id="10" name="Graphic 9" descr="Fireworks with solid fill">
            <a:extLst>
              <a:ext uri="{FF2B5EF4-FFF2-40B4-BE49-F238E27FC236}">
                <a16:creationId xmlns:a16="http://schemas.microsoft.com/office/drawing/2014/main" id="{BAFF79DC-E2D5-C87F-8508-50E2F497B9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54062" y="6743700"/>
            <a:ext cx="914400" cy="914400"/>
          </a:xfrm>
          <a:prstGeom prst="rect">
            <a:avLst/>
          </a:prstGeom>
        </p:spPr>
      </p:pic>
      <p:sp>
        <p:nvSpPr>
          <p:cNvPr id="2" name="TextBox 18">
            <a:extLst>
              <a:ext uri="{FF2B5EF4-FFF2-40B4-BE49-F238E27FC236}">
                <a16:creationId xmlns:a16="http://schemas.microsoft.com/office/drawing/2014/main" id="{8F6DF2EE-B9EA-A645-EDF7-84E6437C47BC}"/>
              </a:ext>
            </a:extLst>
          </p:cNvPr>
          <p:cNvSpPr txBox="1"/>
          <p:nvPr/>
        </p:nvSpPr>
        <p:spPr>
          <a:xfrm>
            <a:off x="2123209" y="2578276"/>
            <a:ext cx="6448950" cy="658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947"/>
              </a:lnSpc>
            </a:pPr>
            <a:r>
              <a:rPr lang="en-US" sz="8500">
                <a:solidFill>
                  <a:srgbClr val="1211CA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Task 1</a:t>
            </a:r>
            <a:endParaRPr lang="en-US" sz="8500">
              <a:ea typeface="Calibri"/>
              <a:cs typeface="Calibri"/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DBA524FE-318B-67DA-A005-1AC13B3DDB38}"/>
              </a:ext>
            </a:extLst>
          </p:cNvPr>
          <p:cNvSpPr txBox="1"/>
          <p:nvPr/>
        </p:nvSpPr>
        <p:spPr>
          <a:xfrm>
            <a:off x="9663587" y="992842"/>
            <a:ext cx="7595713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algn="r">
              <a:lnSpc>
                <a:spcPts val="5040"/>
              </a:lnSpc>
            </a:pPr>
            <a:r>
              <a:rPr lang="en-US" sz="4800">
                <a:solidFill>
                  <a:srgbClr val="101010"/>
                </a:solidFill>
                <a:latin typeface="Montserrat Classic Bold"/>
                <a:sym typeface="Montserrat Classic Bold"/>
              </a:rPr>
              <a:t>Lab Task</a:t>
            </a:r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4A53B4E-F53F-5204-9A0E-BCF79D66DD21}"/>
              </a:ext>
            </a:extLst>
          </p:cNvPr>
          <p:cNvGrpSpPr/>
          <p:nvPr/>
        </p:nvGrpSpPr>
        <p:grpSpPr>
          <a:xfrm>
            <a:off x="12954000" y="1800746"/>
            <a:ext cx="4533900" cy="373702"/>
            <a:chOff x="12954000" y="1800746"/>
            <a:chExt cx="726478" cy="102856"/>
          </a:xfrm>
        </p:grpSpPr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76DC36A4-96F3-ED79-5D72-8CEE01C73346}"/>
                </a:ext>
              </a:extLst>
            </p:cNvPr>
            <p:cNvSpPr/>
            <p:nvPr/>
          </p:nvSpPr>
          <p:spPr>
            <a:xfrm>
              <a:off x="12954000" y="1838846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" name="TextBox 12">
              <a:extLst>
                <a:ext uri="{FF2B5EF4-FFF2-40B4-BE49-F238E27FC236}">
                  <a16:creationId xmlns:a16="http://schemas.microsoft.com/office/drawing/2014/main" id="{99B1B04A-CDC9-36F7-47ED-47169F59CB1A}"/>
                </a:ext>
              </a:extLst>
            </p:cNvPr>
            <p:cNvSpPr txBox="1"/>
            <p:nvPr/>
          </p:nvSpPr>
          <p:spPr>
            <a:xfrm>
              <a:off x="12954000" y="1800746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1C854A6-F500-3748-8DEE-6324620B0148}"/>
              </a:ext>
            </a:extLst>
          </p:cNvPr>
          <p:cNvGrpSpPr/>
          <p:nvPr/>
        </p:nvGrpSpPr>
        <p:grpSpPr>
          <a:xfrm>
            <a:off x="1028700" y="1430177"/>
            <a:ext cx="1856645" cy="212733"/>
            <a:chOff x="1028700" y="1430177"/>
            <a:chExt cx="488993" cy="56028"/>
          </a:xfrm>
        </p:grpSpPr>
        <p:sp>
          <p:nvSpPr>
            <p:cNvPr id="13" name="Freeform 16">
              <a:extLst>
                <a:ext uri="{FF2B5EF4-FFF2-40B4-BE49-F238E27FC236}">
                  <a16:creationId xmlns:a16="http://schemas.microsoft.com/office/drawing/2014/main" id="{34694276-5DBE-56F3-D553-8EE9FD593CB5}"/>
                </a:ext>
              </a:extLst>
            </p:cNvPr>
            <p:cNvSpPr/>
            <p:nvPr/>
          </p:nvSpPr>
          <p:spPr>
            <a:xfrm>
              <a:off x="1028700" y="1468277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4" name="TextBox 17">
              <a:extLst>
                <a:ext uri="{FF2B5EF4-FFF2-40B4-BE49-F238E27FC236}">
                  <a16:creationId xmlns:a16="http://schemas.microsoft.com/office/drawing/2014/main" id="{5691E73C-13BF-9945-D380-8A5CD0CD8CE0}"/>
                </a:ext>
              </a:extLst>
            </p:cNvPr>
            <p:cNvSpPr txBox="1"/>
            <p:nvPr/>
          </p:nvSpPr>
          <p:spPr>
            <a:xfrm>
              <a:off x="1028700" y="1430177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8">
            <a:extLst>
              <a:ext uri="{FF2B5EF4-FFF2-40B4-BE49-F238E27FC236}">
                <a16:creationId xmlns:a16="http://schemas.microsoft.com/office/drawing/2014/main" id="{FAD3268E-F1F4-76C0-8492-A7DE90F8181F}"/>
              </a:ext>
            </a:extLst>
          </p:cNvPr>
          <p:cNvSpPr txBox="1"/>
          <p:nvPr/>
        </p:nvSpPr>
        <p:spPr>
          <a:xfrm>
            <a:off x="1028700" y="981075"/>
            <a:ext cx="3489971" cy="40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1010"/>
                </a:solidFill>
                <a:latin typeface="Montserrat Classic Bold"/>
                <a:sym typeface="Montserrat Classic Bold"/>
              </a:rPr>
              <a:t>CSCI101</a:t>
            </a: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40790" y="0"/>
            <a:ext cx="212090" cy="5784835"/>
            <a:chOff x="0" y="0"/>
            <a:chExt cx="55859" cy="15235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5859" cy="1523578"/>
            </a:xfrm>
            <a:custGeom>
              <a:avLst/>
              <a:gdLst/>
              <a:ahLst/>
              <a:cxnLst/>
              <a:rect l="l" t="t" r="r" b="b"/>
              <a:pathLst>
                <a:path w="55859" h="1523578">
                  <a:moveTo>
                    <a:pt x="0" y="0"/>
                  </a:moveTo>
                  <a:lnTo>
                    <a:pt x="55859" y="0"/>
                  </a:lnTo>
                  <a:lnTo>
                    <a:pt x="55859" y="1523578"/>
                  </a:lnTo>
                  <a:lnTo>
                    <a:pt x="0" y="1523578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5859" cy="15616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526609" y="1324726"/>
            <a:ext cx="2758345" cy="245871"/>
            <a:chOff x="0" y="0"/>
            <a:chExt cx="726478" cy="647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3406293" y="256378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635756" y="3665505"/>
            <a:ext cx="14042446" cy="2513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41"/>
              </a:lnSpc>
            </a:pPr>
            <a:r>
              <a:rPr lang="en-US" sz="8946" b="1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Version Control</a:t>
            </a:r>
          </a:p>
          <a:p>
            <a:pPr algn="l">
              <a:lnSpc>
                <a:spcPts val="9841"/>
              </a:lnSpc>
            </a:pPr>
            <a:r>
              <a:rPr lang="en-US" sz="8946" b="1">
                <a:solidFill>
                  <a:srgbClr val="F9B31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(Git)</a:t>
            </a:r>
          </a:p>
        </p:txBody>
      </p:sp>
      <p:sp>
        <p:nvSpPr>
          <p:cNvPr id="11" name="TextBox 11"/>
          <p:cNvSpPr txBox="1"/>
          <p:nvPr/>
        </p:nvSpPr>
        <p:spPr>
          <a:xfrm rot="-5400000">
            <a:off x="-669055" y="6890150"/>
            <a:ext cx="397463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10101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Nile University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769329" y="679132"/>
            <a:ext cx="3489971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10101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CSCI101</a:t>
            </a:r>
          </a:p>
        </p:txBody>
      </p:sp>
      <p:sp>
        <p:nvSpPr>
          <p:cNvPr id="8" name="TextBox 12">
            <a:extLst>
              <a:ext uri="{FF2B5EF4-FFF2-40B4-BE49-F238E27FC236}">
                <a16:creationId xmlns:a16="http://schemas.microsoft.com/office/drawing/2014/main" id="{2D1D58FA-349A-53CE-BFE5-65E45A7F7630}"/>
              </a:ext>
            </a:extLst>
          </p:cNvPr>
          <p:cNvSpPr txBox="1"/>
          <p:nvPr/>
        </p:nvSpPr>
        <p:spPr>
          <a:xfrm>
            <a:off x="2829775" y="6840043"/>
            <a:ext cx="9288593" cy="444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920"/>
              </a:lnSpc>
            </a:pPr>
            <a:r>
              <a:rPr lang="en-US" sz="2800" spc="963">
                <a:solidFill>
                  <a:srgbClr val="10101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LAB 5 – WEEK 6</a:t>
            </a:r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F48CB38B-E68F-F662-53C5-F8FB29C55711}"/>
              </a:ext>
            </a:extLst>
          </p:cNvPr>
          <p:cNvSpPr txBox="1"/>
          <p:nvPr/>
        </p:nvSpPr>
        <p:spPr>
          <a:xfrm>
            <a:off x="13769329" y="8636800"/>
            <a:ext cx="3489971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3920"/>
              </a:lnSpc>
            </a:pPr>
            <a:r>
              <a:rPr lang="en-US" sz="2800">
                <a:solidFill>
                  <a:srgbClr val="10101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CSCI101 Team</a:t>
            </a:r>
          </a:p>
        </p:txBody>
      </p:sp>
      <p:sp>
        <p:nvSpPr>
          <p:cNvPr id="14" name="Freeform 8">
            <a:extLst>
              <a:ext uri="{FF2B5EF4-FFF2-40B4-BE49-F238E27FC236}">
                <a16:creationId xmlns:a16="http://schemas.microsoft.com/office/drawing/2014/main" id="{6B85457B-76D7-62F5-5890-0DA93BE9C90F}"/>
              </a:ext>
            </a:extLst>
          </p:cNvPr>
          <p:cNvSpPr/>
          <p:nvPr/>
        </p:nvSpPr>
        <p:spPr>
          <a:xfrm>
            <a:off x="1812001" y="718113"/>
            <a:ext cx="5628393" cy="1360761"/>
          </a:xfrm>
          <a:custGeom>
            <a:avLst/>
            <a:gdLst/>
            <a:ahLst/>
            <a:cxnLst/>
            <a:rect l="l" t="t" r="r" b="b"/>
            <a:pathLst>
              <a:path w="5964569" h="1528849">
                <a:moveTo>
                  <a:pt x="0" y="0"/>
                </a:moveTo>
                <a:lnTo>
                  <a:pt x="5964569" y="0"/>
                </a:lnTo>
                <a:lnTo>
                  <a:pt x="5964569" y="1528850"/>
                </a:lnTo>
                <a:lnTo>
                  <a:pt x="0" y="15288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00955" y="1638300"/>
            <a:ext cx="2758345" cy="245871"/>
            <a:chOff x="0" y="0"/>
            <a:chExt cx="726478" cy="647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777157" y="3507395"/>
            <a:ext cx="7322748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4200">
                <a:solidFill>
                  <a:srgbClr val="10101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Creating your Github account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361340" y="3394953"/>
            <a:ext cx="771999" cy="771999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9B314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6474734" y="3374997"/>
            <a:ext cx="545211" cy="678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52"/>
              </a:lnSpc>
            </a:pPr>
            <a:r>
              <a:rPr lang="en-US" sz="3600" b="1">
                <a:solidFill>
                  <a:srgbClr val="10101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77157" y="4915269"/>
            <a:ext cx="7322748" cy="96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8400"/>
              </a:lnSpc>
              <a:spcBef>
                <a:spcPct val="0"/>
              </a:spcBef>
            </a:pPr>
            <a:r>
              <a:rPr lang="en-US" sz="4200">
                <a:solidFill>
                  <a:srgbClr val="10101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Task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361340" y="5143500"/>
            <a:ext cx="771999" cy="771999"/>
            <a:chOff x="0" y="0"/>
            <a:chExt cx="6350000" cy="635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9B314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6474734" y="5123544"/>
            <a:ext cx="545211" cy="678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652"/>
              </a:lnSpc>
              <a:spcBef>
                <a:spcPct val="0"/>
              </a:spcBef>
            </a:pPr>
            <a:r>
              <a:rPr lang="en-US" sz="3600" b="1" u="none">
                <a:solidFill>
                  <a:srgbClr val="10101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1028700"/>
            <a:ext cx="4257587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1211C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Agenda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354920" y="1015365"/>
            <a:ext cx="3489971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10101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CSCI101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944331" y="3844290"/>
            <a:ext cx="10777483" cy="2693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560"/>
              </a:lnSpc>
            </a:pPr>
            <a:r>
              <a:rPr lang="en-US" sz="9600" b="1">
                <a:solidFill>
                  <a:srgbClr val="1211C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Creating Your </a:t>
            </a:r>
            <a:r>
              <a:rPr lang="en-US" sz="9600" b="1">
                <a:solidFill>
                  <a:srgbClr val="F9B31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GitHub</a:t>
            </a:r>
            <a:r>
              <a:rPr lang="en-US" sz="9600" b="1">
                <a:solidFill>
                  <a:srgbClr val="1211C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Account</a:t>
            </a: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DBA524FE-318B-67DA-A005-1AC13B3DDB38}"/>
              </a:ext>
            </a:extLst>
          </p:cNvPr>
          <p:cNvSpPr txBox="1"/>
          <p:nvPr/>
        </p:nvSpPr>
        <p:spPr>
          <a:xfrm>
            <a:off x="9663587" y="992842"/>
            <a:ext cx="7595713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algn="r">
              <a:lnSpc>
                <a:spcPts val="5040"/>
              </a:lnSpc>
            </a:pPr>
            <a:r>
              <a:rPr lang="en-US" sz="4800" err="1">
                <a:solidFill>
                  <a:srgbClr val="101010"/>
                </a:solidFill>
                <a:latin typeface="Montserrat Classic Bold"/>
                <a:sym typeface="Montserrat Classic Bold"/>
              </a:rPr>
              <a:t>Github</a:t>
            </a:r>
            <a:endParaRPr lang="en-US" err="1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4A53B4E-F53F-5204-9A0E-BCF79D66DD21}"/>
              </a:ext>
            </a:extLst>
          </p:cNvPr>
          <p:cNvGrpSpPr/>
          <p:nvPr/>
        </p:nvGrpSpPr>
        <p:grpSpPr>
          <a:xfrm>
            <a:off x="12954000" y="1800746"/>
            <a:ext cx="4533900" cy="373702"/>
            <a:chOff x="12954000" y="1800746"/>
            <a:chExt cx="726478" cy="10285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6DC36A4-96F3-ED79-5D72-8CEE01C73346}"/>
                </a:ext>
              </a:extLst>
            </p:cNvPr>
            <p:cNvSpPr/>
            <p:nvPr/>
          </p:nvSpPr>
          <p:spPr>
            <a:xfrm>
              <a:off x="12954000" y="1838846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9B1B04A-CDC9-36F7-47ED-47169F59CB1A}"/>
                </a:ext>
              </a:extLst>
            </p:cNvPr>
            <p:cNvSpPr txBox="1"/>
            <p:nvPr/>
          </p:nvSpPr>
          <p:spPr>
            <a:xfrm>
              <a:off x="12954000" y="1800746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1C854A6-F500-3748-8DEE-6324620B0148}"/>
              </a:ext>
            </a:extLst>
          </p:cNvPr>
          <p:cNvGrpSpPr/>
          <p:nvPr/>
        </p:nvGrpSpPr>
        <p:grpSpPr>
          <a:xfrm>
            <a:off x="1028700" y="1430177"/>
            <a:ext cx="1856645" cy="212733"/>
            <a:chOff x="1028700" y="1430177"/>
            <a:chExt cx="488993" cy="56028"/>
          </a:xfrm>
        </p:grpSpPr>
        <p:sp>
          <p:nvSpPr>
            <p:cNvPr id="10" name="Freeform 16">
              <a:extLst>
                <a:ext uri="{FF2B5EF4-FFF2-40B4-BE49-F238E27FC236}">
                  <a16:creationId xmlns:a16="http://schemas.microsoft.com/office/drawing/2014/main" id="{34694276-5DBE-56F3-D553-8EE9FD593CB5}"/>
                </a:ext>
              </a:extLst>
            </p:cNvPr>
            <p:cNvSpPr/>
            <p:nvPr/>
          </p:nvSpPr>
          <p:spPr>
            <a:xfrm>
              <a:off x="1028700" y="1468277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" name="TextBox 17">
              <a:extLst>
                <a:ext uri="{FF2B5EF4-FFF2-40B4-BE49-F238E27FC236}">
                  <a16:creationId xmlns:a16="http://schemas.microsoft.com/office/drawing/2014/main" id="{5691E73C-13BF-9945-D380-8A5CD0CD8CE0}"/>
                </a:ext>
              </a:extLst>
            </p:cNvPr>
            <p:cNvSpPr txBox="1"/>
            <p:nvPr/>
          </p:nvSpPr>
          <p:spPr>
            <a:xfrm>
              <a:off x="1028700" y="1430177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18">
            <a:extLst>
              <a:ext uri="{FF2B5EF4-FFF2-40B4-BE49-F238E27FC236}">
                <a16:creationId xmlns:a16="http://schemas.microsoft.com/office/drawing/2014/main" id="{FAD3268E-F1F4-76C0-8492-A7DE90F8181F}"/>
              </a:ext>
            </a:extLst>
          </p:cNvPr>
          <p:cNvSpPr txBox="1"/>
          <p:nvPr/>
        </p:nvSpPr>
        <p:spPr>
          <a:xfrm>
            <a:off x="1028700" y="981075"/>
            <a:ext cx="3489971" cy="40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1010"/>
                </a:solidFill>
                <a:latin typeface="Montserrat Classic Bold"/>
                <a:sym typeface="Montserrat Classic Bold"/>
              </a:rPr>
              <a:t>CSCI101</a:t>
            </a:r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00955" y="9012429"/>
            <a:ext cx="2758345" cy="245871"/>
            <a:chOff x="0" y="0"/>
            <a:chExt cx="726478" cy="647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435250" y="2347880"/>
            <a:ext cx="11417500" cy="6787485"/>
          </a:xfrm>
          <a:custGeom>
            <a:avLst/>
            <a:gdLst/>
            <a:ahLst/>
            <a:cxnLst/>
            <a:rect l="l" t="t" r="r" b="b"/>
            <a:pathLst>
              <a:path w="11417500" h="6787485">
                <a:moveTo>
                  <a:pt x="0" y="0"/>
                </a:moveTo>
                <a:lnTo>
                  <a:pt x="11417500" y="0"/>
                </a:lnTo>
                <a:lnTo>
                  <a:pt x="11417500" y="6787484"/>
                </a:lnTo>
                <a:lnTo>
                  <a:pt x="0" y="67874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411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419100"/>
            <a:ext cx="16230600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n-US" sz="8000" b="1" u="sng">
                <a:solidFill>
                  <a:srgbClr val="1211CA"/>
                </a:solidFill>
                <a:latin typeface="Montserrat Bold"/>
                <a:ea typeface="Montserrat Bold"/>
                <a:cs typeface="Montserrat Bold"/>
                <a:sym typeface="Montserrat Bold"/>
                <a:hlinkClick r:id="rId3" tooltip="https://github.com/signup?ref_cta=Sign+up&amp;ref_loc=header+logged+out&amp;ref_page=%2F&amp;source=header-home"/>
              </a:rPr>
              <a:t>Go to github.com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767870"/>
            <a:ext cx="16230600" cy="493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2D262A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Enter Your Email and Password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1342885" y="2566006"/>
            <a:ext cx="15602230" cy="7047274"/>
          </a:xfrm>
          <a:custGeom>
            <a:avLst/>
            <a:gdLst/>
            <a:ahLst/>
            <a:cxnLst/>
            <a:rect l="l" t="t" r="r" b="b"/>
            <a:pathLst>
              <a:path w="15602230" h="7047274">
                <a:moveTo>
                  <a:pt x="0" y="0"/>
                </a:moveTo>
                <a:lnTo>
                  <a:pt x="15602230" y="0"/>
                </a:lnTo>
                <a:lnTo>
                  <a:pt x="15602230" y="7047274"/>
                </a:lnTo>
                <a:lnTo>
                  <a:pt x="0" y="70472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9975E278-07A3-456C-018D-E7C62A8397B9}"/>
              </a:ext>
            </a:extLst>
          </p:cNvPr>
          <p:cNvSpPr txBox="1"/>
          <p:nvPr/>
        </p:nvSpPr>
        <p:spPr>
          <a:xfrm>
            <a:off x="9663587" y="992842"/>
            <a:ext cx="7595713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algn="r">
              <a:lnSpc>
                <a:spcPts val="5040"/>
              </a:lnSpc>
            </a:pPr>
            <a:r>
              <a:rPr lang="en-US" sz="4800">
                <a:solidFill>
                  <a:srgbClr val="101010"/>
                </a:solidFill>
                <a:latin typeface="Montserrat Classic Bold"/>
                <a:sym typeface="Montserrat Classic Bold"/>
              </a:rPr>
              <a:t>Create a Repository</a:t>
            </a:r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3F39938-F494-87F8-AC3C-66CCBF70E93E}"/>
              </a:ext>
            </a:extLst>
          </p:cNvPr>
          <p:cNvGrpSpPr/>
          <p:nvPr/>
        </p:nvGrpSpPr>
        <p:grpSpPr>
          <a:xfrm>
            <a:off x="12954000" y="1800746"/>
            <a:ext cx="4533900" cy="373702"/>
            <a:chOff x="12954000" y="1800746"/>
            <a:chExt cx="726478" cy="102856"/>
          </a:xfrm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8A8B3DE7-0378-95A0-967F-9EAB0F15BAE1}"/>
                </a:ext>
              </a:extLst>
            </p:cNvPr>
            <p:cNvSpPr/>
            <p:nvPr/>
          </p:nvSpPr>
          <p:spPr>
            <a:xfrm>
              <a:off x="12954000" y="1838846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975266-6449-4C3D-2238-3839A8758A78}"/>
                </a:ext>
              </a:extLst>
            </p:cNvPr>
            <p:cNvSpPr txBox="1"/>
            <p:nvPr/>
          </p:nvSpPr>
          <p:spPr>
            <a:xfrm>
              <a:off x="12954000" y="1800746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759F625-77AB-1F05-73A8-4F035F6EA77F}"/>
              </a:ext>
            </a:extLst>
          </p:cNvPr>
          <p:cNvGrpSpPr/>
          <p:nvPr/>
        </p:nvGrpSpPr>
        <p:grpSpPr>
          <a:xfrm>
            <a:off x="1028700" y="1430177"/>
            <a:ext cx="1856645" cy="212733"/>
            <a:chOff x="1028700" y="1430177"/>
            <a:chExt cx="488993" cy="56028"/>
          </a:xfrm>
        </p:grpSpPr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B8DB2C53-465D-8466-79F4-D6E0C6BD7748}"/>
                </a:ext>
              </a:extLst>
            </p:cNvPr>
            <p:cNvSpPr/>
            <p:nvPr/>
          </p:nvSpPr>
          <p:spPr>
            <a:xfrm>
              <a:off x="1028700" y="1468277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5" name="TextBox 17">
              <a:extLst>
                <a:ext uri="{FF2B5EF4-FFF2-40B4-BE49-F238E27FC236}">
                  <a16:creationId xmlns:a16="http://schemas.microsoft.com/office/drawing/2014/main" id="{66A4B74E-B594-8078-2F41-4A938C1FBEE4}"/>
                </a:ext>
              </a:extLst>
            </p:cNvPr>
            <p:cNvSpPr txBox="1"/>
            <p:nvPr/>
          </p:nvSpPr>
          <p:spPr>
            <a:xfrm>
              <a:off x="1028700" y="1430177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9C56DF8D-0DBA-083E-422B-5E233A8672BF}"/>
              </a:ext>
            </a:extLst>
          </p:cNvPr>
          <p:cNvSpPr txBox="1"/>
          <p:nvPr/>
        </p:nvSpPr>
        <p:spPr>
          <a:xfrm>
            <a:off x="1028700" y="981075"/>
            <a:ext cx="3489971" cy="40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1010"/>
                </a:solidFill>
                <a:latin typeface="Montserrat Classic Bold"/>
                <a:sym typeface="Montserrat Classic Bold"/>
              </a:rPr>
              <a:t>CSCI101</a:t>
            </a:r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1627289" y="3532295"/>
            <a:ext cx="15033422" cy="5766497"/>
          </a:xfrm>
          <a:custGeom>
            <a:avLst/>
            <a:gdLst/>
            <a:ahLst/>
            <a:cxnLst/>
            <a:rect l="l" t="t" r="r" b="b"/>
            <a:pathLst>
              <a:path w="15033422" h="5766497">
                <a:moveTo>
                  <a:pt x="0" y="0"/>
                </a:moveTo>
                <a:lnTo>
                  <a:pt x="15033422" y="0"/>
                </a:lnTo>
                <a:lnTo>
                  <a:pt x="15033422" y="5766497"/>
                </a:lnTo>
                <a:lnTo>
                  <a:pt x="0" y="57664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0" y="2183960"/>
            <a:ext cx="13685789" cy="837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89"/>
              </a:lnSpc>
              <a:spcBef>
                <a:spcPct val="0"/>
              </a:spcBef>
            </a:pPr>
            <a:r>
              <a:rPr lang="en-US" sz="4920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Name your repository &amp; Create it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993DA98-AFC6-17E0-910A-FF35855D32AA}"/>
              </a:ext>
            </a:extLst>
          </p:cNvPr>
          <p:cNvSpPr txBox="1"/>
          <p:nvPr/>
        </p:nvSpPr>
        <p:spPr>
          <a:xfrm>
            <a:off x="9663587" y="992842"/>
            <a:ext cx="7595713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algn="r">
              <a:lnSpc>
                <a:spcPts val="5040"/>
              </a:lnSpc>
            </a:pPr>
            <a:r>
              <a:rPr lang="en-US" sz="4800">
                <a:solidFill>
                  <a:srgbClr val="101010"/>
                </a:solidFill>
                <a:latin typeface="Montserrat Classic Bold"/>
                <a:sym typeface="Montserrat Classic Bold"/>
              </a:rPr>
              <a:t>Create a Repository</a:t>
            </a:r>
            <a:endParaRPr lang="en-US" sz="4800">
              <a:solidFill>
                <a:srgbClr val="101010"/>
              </a:solidFill>
              <a:latin typeface="Montserrat Classic Bold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D84BA0C-6936-A433-BC5F-FA2A0C8ED060}"/>
              </a:ext>
            </a:extLst>
          </p:cNvPr>
          <p:cNvGrpSpPr/>
          <p:nvPr/>
        </p:nvGrpSpPr>
        <p:grpSpPr>
          <a:xfrm>
            <a:off x="12954000" y="1800746"/>
            <a:ext cx="4533900" cy="373702"/>
            <a:chOff x="12954000" y="1800746"/>
            <a:chExt cx="726478" cy="102856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8FB18F0A-A499-53DA-2659-E144C9E795E0}"/>
                </a:ext>
              </a:extLst>
            </p:cNvPr>
            <p:cNvSpPr/>
            <p:nvPr/>
          </p:nvSpPr>
          <p:spPr>
            <a:xfrm>
              <a:off x="12954000" y="1838846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C2DAF91-859B-A9B4-B6DF-E9F270E5AF54}"/>
                </a:ext>
              </a:extLst>
            </p:cNvPr>
            <p:cNvSpPr txBox="1"/>
            <p:nvPr/>
          </p:nvSpPr>
          <p:spPr>
            <a:xfrm>
              <a:off x="12954000" y="1800746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06BF039-4502-3D2F-6AF7-4D52BE888C9E}"/>
              </a:ext>
            </a:extLst>
          </p:cNvPr>
          <p:cNvGrpSpPr/>
          <p:nvPr/>
        </p:nvGrpSpPr>
        <p:grpSpPr>
          <a:xfrm>
            <a:off x="1028700" y="1430177"/>
            <a:ext cx="1856645" cy="212733"/>
            <a:chOff x="1028700" y="1430177"/>
            <a:chExt cx="488993" cy="56028"/>
          </a:xfrm>
        </p:grpSpPr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837D0C8D-8712-1784-741B-2AD1620A2384}"/>
                </a:ext>
              </a:extLst>
            </p:cNvPr>
            <p:cNvSpPr/>
            <p:nvPr/>
          </p:nvSpPr>
          <p:spPr>
            <a:xfrm>
              <a:off x="1028700" y="1468277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" name="TextBox 17">
              <a:extLst>
                <a:ext uri="{FF2B5EF4-FFF2-40B4-BE49-F238E27FC236}">
                  <a16:creationId xmlns:a16="http://schemas.microsoft.com/office/drawing/2014/main" id="{F1B1C73A-2FEA-0894-471D-C300CCAC0FA5}"/>
                </a:ext>
              </a:extLst>
            </p:cNvPr>
            <p:cNvSpPr txBox="1"/>
            <p:nvPr/>
          </p:nvSpPr>
          <p:spPr>
            <a:xfrm>
              <a:off x="1028700" y="1430177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B22508EE-32CC-1273-5224-475B358EF353}"/>
              </a:ext>
            </a:extLst>
          </p:cNvPr>
          <p:cNvSpPr txBox="1"/>
          <p:nvPr/>
        </p:nvSpPr>
        <p:spPr>
          <a:xfrm>
            <a:off x="1028700" y="981075"/>
            <a:ext cx="3489971" cy="40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1010"/>
                </a:solidFill>
                <a:latin typeface="Montserrat Classic Bold"/>
                <a:sym typeface="Montserrat Classic Bold"/>
              </a:rPr>
              <a:t>CSCI101</a:t>
            </a:r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4217" y="3745050"/>
            <a:ext cx="17979762" cy="6024492"/>
          </a:xfrm>
          <a:custGeom>
            <a:avLst/>
            <a:gdLst/>
            <a:ahLst/>
            <a:cxnLst/>
            <a:rect l="l" t="t" r="r" b="b"/>
            <a:pathLst>
              <a:path w="17979762" h="6024492">
                <a:moveTo>
                  <a:pt x="0" y="0"/>
                </a:moveTo>
                <a:lnTo>
                  <a:pt x="17979762" y="0"/>
                </a:lnTo>
                <a:lnTo>
                  <a:pt x="17979762" y="6024492"/>
                </a:lnTo>
                <a:lnTo>
                  <a:pt x="0" y="60244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61934" y="2296386"/>
            <a:ext cx="13685789" cy="820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889"/>
              </a:lnSpc>
              <a:spcBef>
                <a:spcPct val="0"/>
              </a:spcBef>
            </a:pPr>
            <a:r>
              <a:rPr lang="en-US" sz="4900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Choose your file and upload it</a:t>
            </a:r>
            <a:endParaRPr 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2F7D48A-3B36-F125-07DC-8ABBA4F94799}"/>
              </a:ext>
            </a:extLst>
          </p:cNvPr>
          <p:cNvSpPr txBox="1"/>
          <p:nvPr/>
        </p:nvSpPr>
        <p:spPr>
          <a:xfrm>
            <a:off x="4773047" y="599351"/>
            <a:ext cx="12486253" cy="1282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algn="r">
              <a:lnSpc>
                <a:spcPts val="5040"/>
              </a:lnSpc>
            </a:pPr>
            <a:r>
              <a:rPr lang="en-US" sz="4800">
                <a:solidFill>
                  <a:srgbClr val="101010"/>
                </a:solidFill>
                <a:latin typeface="Montserrat Classic Bold"/>
                <a:sym typeface="Montserrat Classic Bold"/>
              </a:rPr>
              <a:t>Upload Your Document to Your Repository</a:t>
            </a:r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CBBC1A9-5379-DE48-B9BF-7C507CD11EFD}"/>
              </a:ext>
            </a:extLst>
          </p:cNvPr>
          <p:cNvGrpSpPr/>
          <p:nvPr/>
        </p:nvGrpSpPr>
        <p:grpSpPr>
          <a:xfrm>
            <a:off x="12954000" y="1800746"/>
            <a:ext cx="4533900" cy="373702"/>
            <a:chOff x="12954000" y="1800746"/>
            <a:chExt cx="726478" cy="102856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573283C-7AE1-8FDF-2C49-05146D7DADA0}"/>
                </a:ext>
              </a:extLst>
            </p:cNvPr>
            <p:cNvSpPr/>
            <p:nvPr/>
          </p:nvSpPr>
          <p:spPr>
            <a:xfrm>
              <a:off x="12954000" y="1838846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C9EA713-CA23-EE30-B204-D5B18167D61F}"/>
                </a:ext>
              </a:extLst>
            </p:cNvPr>
            <p:cNvSpPr txBox="1"/>
            <p:nvPr/>
          </p:nvSpPr>
          <p:spPr>
            <a:xfrm>
              <a:off x="12954000" y="1800746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DFE6A6F-11BD-F509-112B-8E8751BC449A}"/>
              </a:ext>
            </a:extLst>
          </p:cNvPr>
          <p:cNvGrpSpPr/>
          <p:nvPr/>
        </p:nvGrpSpPr>
        <p:grpSpPr>
          <a:xfrm>
            <a:off x="1028700" y="1430177"/>
            <a:ext cx="1856645" cy="212733"/>
            <a:chOff x="1028700" y="1430177"/>
            <a:chExt cx="488993" cy="56028"/>
          </a:xfrm>
        </p:grpSpPr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92B26FAD-4F5B-099C-9927-F36D519D8225}"/>
                </a:ext>
              </a:extLst>
            </p:cNvPr>
            <p:cNvSpPr/>
            <p:nvPr/>
          </p:nvSpPr>
          <p:spPr>
            <a:xfrm>
              <a:off x="1028700" y="1468277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" name="TextBox 17">
              <a:extLst>
                <a:ext uri="{FF2B5EF4-FFF2-40B4-BE49-F238E27FC236}">
                  <a16:creationId xmlns:a16="http://schemas.microsoft.com/office/drawing/2014/main" id="{45C698FE-7CF1-8915-19DA-065375711DD4}"/>
                </a:ext>
              </a:extLst>
            </p:cNvPr>
            <p:cNvSpPr txBox="1"/>
            <p:nvPr/>
          </p:nvSpPr>
          <p:spPr>
            <a:xfrm>
              <a:off x="1028700" y="1430177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F1F3DBB4-027E-FB39-D156-4C955F0CBD3D}"/>
              </a:ext>
            </a:extLst>
          </p:cNvPr>
          <p:cNvSpPr txBox="1"/>
          <p:nvPr/>
        </p:nvSpPr>
        <p:spPr>
          <a:xfrm>
            <a:off x="1028700" y="981075"/>
            <a:ext cx="3489971" cy="40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1010"/>
                </a:solidFill>
                <a:latin typeface="Montserrat Classic Bold"/>
                <a:sym typeface="Montserrat Classic Bold"/>
              </a:rPr>
              <a:t>CSCI101</a:t>
            </a:r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218821" y="3672366"/>
            <a:ext cx="17850357" cy="5981132"/>
          </a:xfrm>
          <a:custGeom>
            <a:avLst/>
            <a:gdLst/>
            <a:ahLst/>
            <a:cxnLst/>
            <a:rect l="l" t="t" r="r" b="b"/>
            <a:pathLst>
              <a:path w="17850357" h="5981132">
                <a:moveTo>
                  <a:pt x="0" y="0"/>
                </a:moveTo>
                <a:lnTo>
                  <a:pt x="17850358" y="0"/>
                </a:lnTo>
                <a:lnTo>
                  <a:pt x="17850358" y="5981132"/>
                </a:lnTo>
                <a:lnTo>
                  <a:pt x="0" y="59811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6E4C1A1B-3D81-A242-10A1-F204310DDD44}"/>
              </a:ext>
            </a:extLst>
          </p:cNvPr>
          <p:cNvSpPr txBox="1"/>
          <p:nvPr/>
        </p:nvSpPr>
        <p:spPr>
          <a:xfrm>
            <a:off x="4847998" y="899154"/>
            <a:ext cx="12486253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algn="r">
              <a:lnSpc>
                <a:spcPts val="5040"/>
              </a:lnSpc>
            </a:pPr>
            <a:r>
              <a:rPr lang="en-US" sz="4800">
                <a:solidFill>
                  <a:srgbClr val="101010"/>
                </a:solidFill>
                <a:latin typeface="Montserrat Classic Bold"/>
                <a:sym typeface="Montserrat Classic Bold"/>
              </a:rPr>
              <a:t>Commit Your Changes</a:t>
            </a:r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7FCCF99-3ECD-D190-44D3-17B5E9B9062E}"/>
              </a:ext>
            </a:extLst>
          </p:cNvPr>
          <p:cNvGrpSpPr/>
          <p:nvPr/>
        </p:nvGrpSpPr>
        <p:grpSpPr>
          <a:xfrm>
            <a:off x="12954000" y="1800746"/>
            <a:ext cx="4533900" cy="373702"/>
            <a:chOff x="12954000" y="1800746"/>
            <a:chExt cx="726478" cy="102856"/>
          </a:xfrm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9B990EAF-EA67-198F-6A52-ABE40932FD17}"/>
                </a:ext>
              </a:extLst>
            </p:cNvPr>
            <p:cNvSpPr/>
            <p:nvPr/>
          </p:nvSpPr>
          <p:spPr>
            <a:xfrm>
              <a:off x="12954000" y="1838846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3D918A6-DB44-524F-110E-E20F8DA4C0B9}"/>
                </a:ext>
              </a:extLst>
            </p:cNvPr>
            <p:cNvSpPr txBox="1"/>
            <p:nvPr/>
          </p:nvSpPr>
          <p:spPr>
            <a:xfrm>
              <a:off x="12954000" y="1800746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7474490-A3BF-5B3D-00A0-A0147F171F18}"/>
              </a:ext>
            </a:extLst>
          </p:cNvPr>
          <p:cNvGrpSpPr/>
          <p:nvPr/>
        </p:nvGrpSpPr>
        <p:grpSpPr>
          <a:xfrm>
            <a:off x="1028700" y="1430177"/>
            <a:ext cx="1856645" cy="212733"/>
            <a:chOff x="1028700" y="1430177"/>
            <a:chExt cx="488993" cy="56028"/>
          </a:xfrm>
        </p:grpSpPr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D77B6DFB-A93E-4C0E-43B4-FAC937189D33}"/>
                </a:ext>
              </a:extLst>
            </p:cNvPr>
            <p:cNvSpPr/>
            <p:nvPr/>
          </p:nvSpPr>
          <p:spPr>
            <a:xfrm>
              <a:off x="1028700" y="1468277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5" name="TextBox 17">
              <a:extLst>
                <a:ext uri="{FF2B5EF4-FFF2-40B4-BE49-F238E27FC236}">
                  <a16:creationId xmlns:a16="http://schemas.microsoft.com/office/drawing/2014/main" id="{D3BA0B3A-CABD-07B7-91E5-046663EE184F}"/>
                </a:ext>
              </a:extLst>
            </p:cNvPr>
            <p:cNvSpPr txBox="1"/>
            <p:nvPr/>
          </p:nvSpPr>
          <p:spPr>
            <a:xfrm>
              <a:off x="1028700" y="1430177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986449E-E646-30DD-3EAE-A9A4D6554021}"/>
              </a:ext>
            </a:extLst>
          </p:cNvPr>
          <p:cNvSpPr txBox="1"/>
          <p:nvPr/>
        </p:nvSpPr>
        <p:spPr>
          <a:xfrm>
            <a:off x="1028700" y="981075"/>
            <a:ext cx="3489971" cy="40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1010"/>
                </a:solidFill>
                <a:latin typeface="Montserrat Classic Bold"/>
                <a:sym typeface="Montserrat Classic Bold"/>
              </a:rPr>
              <a:t>CSCI101</a:t>
            </a:r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4499758" y="2906294"/>
            <a:ext cx="9288593" cy="5437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60"/>
              </a:lnSpc>
            </a:pPr>
            <a:r>
              <a:rPr lang="en-US" sz="9600" b="1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CONGRATS!</a:t>
            </a:r>
          </a:p>
          <a:p>
            <a:pPr algn="ctr">
              <a:lnSpc>
                <a:spcPts val="10560"/>
              </a:lnSpc>
            </a:pPr>
            <a:r>
              <a:rPr lang="en-US" sz="9600" b="1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YOU MADE YOUR FIRST COMMIT</a:t>
            </a:r>
          </a:p>
        </p:txBody>
      </p:sp>
      <p:sp>
        <p:nvSpPr>
          <p:cNvPr id="22" name="TextBox 9">
            <a:extLst>
              <a:ext uri="{FF2B5EF4-FFF2-40B4-BE49-F238E27FC236}">
                <a16:creationId xmlns:a16="http://schemas.microsoft.com/office/drawing/2014/main" id="{7964FEE8-3D09-342D-E6F0-B210B66268E3}"/>
              </a:ext>
            </a:extLst>
          </p:cNvPr>
          <p:cNvSpPr txBox="1"/>
          <p:nvPr/>
        </p:nvSpPr>
        <p:spPr>
          <a:xfrm>
            <a:off x="9663587" y="992842"/>
            <a:ext cx="7595713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algn="r">
              <a:lnSpc>
                <a:spcPts val="5040"/>
              </a:lnSpc>
            </a:pPr>
            <a:r>
              <a:rPr lang="en-US" sz="4800">
                <a:solidFill>
                  <a:srgbClr val="101010"/>
                </a:solidFill>
                <a:latin typeface="Montserrat Classic Bold"/>
                <a:sym typeface="Montserrat Classic Bold"/>
              </a:rPr>
              <a:t>Done!</a:t>
            </a:r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80526F1-DBB9-6489-A008-4D1B8B74C535}"/>
              </a:ext>
            </a:extLst>
          </p:cNvPr>
          <p:cNvGrpSpPr/>
          <p:nvPr/>
        </p:nvGrpSpPr>
        <p:grpSpPr>
          <a:xfrm>
            <a:off x="12954000" y="1800746"/>
            <a:ext cx="4533900" cy="373702"/>
            <a:chOff x="12954000" y="1800746"/>
            <a:chExt cx="726478" cy="102856"/>
          </a:xfrm>
        </p:grpSpPr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EEA10CC3-23C0-FA4C-91C4-621252C5DF51}"/>
                </a:ext>
              </a:extLst>
            </p:cNvPr>
            <p:cNvSpPr/>
            <p:nvPr/>
          </p:nvSpPr>
          <p:spPr>
            <a:xfrm>
              <a:off x="12954000" y="1838846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93CEC7F-5AE0-3AB4-E11A-7316A39BCD02}"/>
                </a:ext>
              </a:extLst>
            </p:cNvPr>
            <p:cNvSpPr txBox="1"/>
            <p:nvPr/>
          </p:nvSpPr>
          <p:spPr>
            <a:xfrm>
              <a:off x="12954000" y="1800746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620A476-275F-B6D6-696A-816160961CCF}"/>
              </a:ext>
            </a:extLst>
          </p:cNvPr>
          <p:cNvGrpSpPr/>
          <p:nvPr/>
        </p:nvGrpSpPr>
        <p:grpSpPr>
          <a:xfrm>
            <a:off x="1028700" y="1430177"/>
            <a:ext cx="1856645" cy="212733"/>
            <a:chOff x="1028700" y="1430177"/>
            <a:chExt cx="488993" cy="56028"/>
          </a:xfrm>
        </p:grpSpPr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E76B10FC-7DD0-6C20-9901-A6AE73DECA03}"/>
                </a:ext>
              </a:extLst>
            </p:cNvPr>
            <p:cNvSpPr/>
            <p:nvPr/>
          </p:nvSpPr>
          <p:spPr>
            <a:xfrm>
              <a:off x="1028700" y="1468277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9" name="TextBox 17">
              <a:extLst>
                <a:ext uri="{FF2B5EF4-FFF2-40B4-BE49-F238E27FC236}">
                  <a16:creationId xmlns:a16="http://schemas.microsoft.com/office/drawing/2014/main" id="{A2599C6A-15D5-8F5A-25A9-B25995A94688}"/>
                </a:ext>
              </a:extLst>
            </p:cNvPr>
            <p:cNvSpPr txBox="1"/>
            <p:nvPr/>
          </p:nvSpPr>
          <p:spPr>
            <a:xfrm>
              <a:off x="1028700" y="1430177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TextBox 18">
            <a:extLst>
              <a:ext uri="{FF2B5EF4-FFF2-40B4-BE49-F238E27FC236}">
                <a16:creationId xmlns:a16="http://schemas.microsoft.com/office/drawing/2014/main" id="{AB267291-83C6-9B82-EA8F-D167F7FEEE4E}"/>
              </a:ext>
            </a:extLst>
          </p:cNvPr>
          <p:cNvSpPr txBox="1"/>
          <p:nvPr/>
        </p:nvSpPr>
        <p:spPr>
          <a:xfrm>
            <a:off x="1028700" y="981075"/>
            <a:ext cx="3489971" cy="40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1010"/>
                </a:solidFill>
                <a:latin typeface="Montserrat Classic Bold"/>
                <a:sym typeface="Montserrat Classic Bold"/>
              </a:rPr>
              <a:t>CSCI101</a:t>
            </a:r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735619" y="3333135"/>
            <a:ext cx="12477604" cy="1597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92505" lvl="1" indent="-495935" algn="l">
              <a:lnSpc>
                <a:spcPts val="6439"/>
              </a:lnSpc>
              <a:buFont typeface="Arial"/>
              <a:buChar char="•"/>
            </a:pPr>
            <a:r>
              <a:rPr lang="en-US" sz="4550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Make a pull request on “Task.txt” in this repository &lt;</a:t>
            </a:r>
            <a:r>
              <a:rPr lang="en-US" sz="4550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  <a:hlinkClick r:id="rId2"/>
              </a:rPr>
              <a:t>repo_link</a:t>
            </a:r>
            <a:r>
              <a:rPr lang="en-US" sz="4550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&gt;</a:t>
            </a:r>
            <a:endParaRPr lang="en-US" sz="4550"/>
          </a:p>
        </p:txBody>
      </p:sp>
      <p:sp>
        <p:nvSpPr>
          <p:cNvPr id="7" name="TextBox 18">
            <a:extLst>
              <a:ext uri="{FF2B5EF4-FFF2-40B4-BE49-F238E27FC236}">
                <a16:creationId xmlns:a16="http://schemas.microsoft.com/office/drawing/2014/main" id="{8F6DF2EE-B9EA-A645-EDF7-84E6437C47BC}"/>
              </a:ext>
            </a:extLst>
          </p:cNvPr>
          <p:cNvSpPr txBox="1"/>
          <p:nvPr/>
        </p:nvSpPr>
        <p:spPr>
          <a:xfrm>
            <a:off x="1742299" y="2247689"/>
            <a:ext cx="6448950" cy="658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947"/>
              </a:lnSpc>
            </a:pPr>
            <a:r>
              <a:rPr lang="en-US" sz="8500">
                <a:solidFill>
                  <a:srgbClr val="1211CA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Task</a:t>
            </a:r>
            <a:endParaRPr lang="en-US" sz="8500">
              <a:ea typeface="Calibri"/>
              <a:cs typeface="Calibri"/>
            </a:endParaRP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DBA524FE-318B-67DA-A005-1AC13B3DDB38}"/>
              </a:ext>
            </a:extLst>
          </p:cNvPr>
          <p:cNvSpPr txBox="1"/>
          <p:nvPr/>
        </p:nvSpPr>
        <p:spPr>
          <a:xfrm>
            <a:off x="9663587" y="992842"/>
            <a:ext cx="7595713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algn="r">
              <a:lnSpc>
                <a:spcPts val="5040"/>
              </a:lnSpc>
            </a:pPr>
            <a:r>
              <a:rPr lang="en-US" sz="4800">
                <a:solidFill>
                  <a:srgbClr val="101010"/>
                </a:solidFill>
                <a:latin typeface="Montserrat Classic Bold"/>
                <a:sym typeface="Montserrat Classic Bold"/>
              </a:rPr>
              <a:t>Lab Task</a:t>
            </a:r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4A53B4E-F53F-5204-9A0E-BCF79D66DD21}"/>
              </a:ext>
            </a:extLst>
          </p:cNvPr>
          <p:cNvGrpSpPr/>
          <p:nvPr/>
        </p:nvGrpSpPr>
        <p:grpSpPr>
          <a:xfrm>
            <a:off x="12954000" y="1800746"/>
            <a:ext cx="4533900" cy="373702"/>
            <a:chOff x="12954000" y="1800746"/>
            <a:chExt cx="726478" cy="102856"/>
          </a:xfrm>
        </p:grpSpPr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76DC36A4-96F3-ED79-5D72-8CEE01C73346}"/>
                </a:ext>
              </a:extLst>
            </p:cNvPr>
            <p:cNvSpPr/>
            <p:nvPr/>
          </p:nvSpPr>
          <p:spPr>
            <a:xfrm>
              <a:off x="12954000" y="1838846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5" name="TextBox 12">
              <a:extLst>
                <a:ext uri="{FF2B5EF4-FFF2-40B4-BE49-F238E27FC236}">
                  <a16:creationId xmlns:a16="http://schemas.microsoft.com/office/drawing/2014/main" id="{99B1B04A-CDC9-36F7-47ED-47169F59CB1A}"/>
                </a:ext>
              </a:extLst>
            </p:cNvPr>
            <p:cNvSpPr txBox="1"/>
            <p:nvPr/>
          </p:nvSpPr>
          <p:spPr>
            <a:xfrm>
              <a:off x="12954000" y="1800746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1C854A6-F500-3748-8DEE-6324620B0148}"/>
              </a:ext>
            </a:extLst>
          </p:cNvPr>
          <p:cNvGrpSpPr/>
          <p:nvPr/>
        </p:nvGrpSpPr>
        <p:grpSpPr>
          <a:xfrm>
            <a:off x="1028700" y="1430177"/>
            <a:ext cx="1856645" cy="212733"/>
            <a:chOff x="1028700" y="1430177"/>
            <a:chExt cx="488993" cy="56028"/>
          </a:xfrm>
        </p:grpSpPr>
        <p:sp>
          <p:nvSpPr>
            <p:cNvPr id="12" name="Freeform 16">
              <a:extLst>
                <a:ext uri="{FF2B5EF4-FFF2-40B4-BE49-F238E27FC236}">
                  <a16:creationId xmlns:a16="http://schemas.microsoft.com/office/drawing/2014/main" id="{34694276-5DBE-56F3-D553-8EE9FD593CB5}"/>
                </a:ext>
              </a:extLst>
            </p:cNvPr>
            <p:cNvSpPr/>
            <p:nvPr/>
          </p:nvSpPr>
          <p:spPr>
            <a:xfrm>
              <a:off x="1028700" y="1468277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3" name="TextBox 17">
              <a:extLst>
                <a:ext uri="{FF2B5EF4-FFF2-40B4-BE49-F238E27FC236}">
                  <a16:creationId xmlns:a16="http://schemas.microsoft.com/office/drawing/2014/main" id="{5691E73C-13BF-9945-D380-8A5CD0CD8CE0}"/>
                </a:ext>
              </a:extLst>
            </p:cNvPr>
            <p:cNvSpPr txBox="1"/>
            <p:nvPr/>
          </p:nvSpPr>
          <p:spPr>
            <a:xfrm>
              <a:off x="1028700" y="1430177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8">
            <a:extLst>
              <a:ext uri="{FF2B5EF4-FFF2-40B4-BE49-F238E27FC236}">
                <a16:creationId xmlns:a16="http://schemas.microsoft.com/office/drawing/2014/main" id="{FAD3268E-F1F4-76C0-8492-A7DE90F8181F}"/>
              </a:ext>
            </a:extLst>
          </p:cNvPr>
          <p:cNvSpPr txBox="1"/>
          <p:nvPr/>
        </p:nvSpPr>
        <p:spPr>
          <a:xfrm>
            <a:off x="1028700" y="981075"/>
            <a:ext cx="3489971" cy="40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1010"/>
                </a:solidFill>
                <a:latin typeface="Montserrat Classic Bold"/>
                <a:sym typeface="Montserrat Classic Bold"/>
              </a:rPr>
              <a:t>CSCI101</a:t>
            </a:r>
            <a:endParaRPr lang="en-US"/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C4953160-A0FD-E3BD-EFC0-44C4DBDBF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1638" y="5678261"/>
            <a:ext cx="14928396" cy="291464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D78716F-0501-17C5-B7B4-EA9F4351D89F}"/>
              </a:ext>
            </a:extLst>
          </p:cNvPr>
          <p:cNvGrpSpPr/>
          <p:nvPr/>
        </p:nvGrpSpPr>
        <p:grpSpPr>
          <a:xfrm>
            <a:off x="1240790" y="-144661"/>
            <a:ext cx="212090" cy="5288161"/>
            <a:chOff x="1240790" y="-144661"/>
            <a:chExt cx="55859" cy="1392767"/>
          </a:xfrm>
        </p:grpSpPr>
        <p:sp>
          <p:nvSpPr>
            <p:cNvPr id="19" name="Freeform 3">
              <a:extLst>
                <a:ext uri="{FF2B5EF4-FFF2-40B4-BE49-F238E27FC236}">
                  <a16:creationId xmlns:a16="http://schemas.microsoft.com/office/drawing/2014/main" id="{B373BFDF-A2AE-BA8C-3C57-3BBA2376A232}"/>
                </a:ext>
              </a:extLst>
            </p:cNvPr>
            <p:cNvSpPr/>
            <p:nvPr/>
          </p:nvSpPr>
          <p:spPr>
            <a:xfrm>
              <a:off x="1240790" y="-106561"/>
              <a:ext cx="55859" cy="1354667"/>
            </a:xfrm>
            <a:custGeom>
              <a:avLst/>
              <a:gdLst/>
              <a:ahLst/>
              <a:cxnLst/>
              <a:rect l="l" t="t" r="r" b="b"/>
              <a:pathLst>
                <a:path w="55859" h="1354667">
                  <a:moveTo>
                    <a:pt x="0" y="0"/>
                  </a:moveTo>
                  <a:lnTo>
                    <a:pt x="55859" y="0"/>
                  </a:lnTo>
                  <a:lnTo>
                    <a:pt x="55859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0" name="TextBox 4">
              <a:extLst>
                <a:ext uri="{FF2B5EF4-FFF2-40B4-BE49-F238E27FC236}">
                  <a16:creationId xmlns:a16="http://schemas.microsoft.com/office/drawing/2014/main" id="{4A368D6B-29B9-2DC9-7D9F-A3052B84D5EA}"/>
                </a:ext>
              </a:extLst>
            </p:cNvPr>
            <p:cNvSpPr txBox="1"/>
            <p:nvPr/>
          </p:nvSpPr>
          <p:spPr>
            <a:xfrm>
              <a:off x="1240790" y="-144661"/>
              <a:ext cx="55859" cy="1392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730FD0C-D439-D59A-419A-FC016557AFDB}"/>
              </a:ext>
            </a:extLst>
          </p:cNvPr>
          <p:cNvGrpSpPr/>
          <p:nvPr/>
        </p:nvGrpSpPr>
        <p:grpSpPr>
          <a:xfrm>
            <a:off x="14500955" y="1721957"/>
            <a:ext cx="2758345" cy="390532"/>
            <a:chOff x="14500955" y="1721957"/>
            <a:chExt cx="726478" cy="102856"/>
          </a:xfrm>
        </p:grpSpPr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0B23F556-B948-B1B4-43A5-9A2B2636D83A}"/>
                </a:ext>
              </a:extLst>
            </p:cNvPr>
            <p:cNvSpPr/>
            <p:nvPr/>
          </p:nvSpPr>
          <p:spPr>
            <a:xfrm>
              <a:off x="14500955" y="1760057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8" name="TextBox 7">
              <a:extLst>
                <a:ext uri="{FF2B5EF4-FFF2-40B4-BE49-F238E27FC236}">
                  <a16:creationId xmlns:a16="http://schemas.microsoft.com/office/drawing/2014/main" id="{737BE36D-A1D5-6566-47E2-87C8ABCADE68}"/>
                </a:ext>
              </a:extLst>
            </p:cNvPr>
            <p:cNvSpPr txBox="1"/>
            <p:nvPr/>
          </p:nvSpPr>
          <p:spPr>
            <a:xfrm>
              <a:off x="14500955" y="1721957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F49B64FE-9EF7-E510-03FF-857D205DE06A}"/>
              </a:ext>
            </a:extLst>
          </p:cNvPr>
          <p:cNvSpPr txBox="1"/>
          <p:nvPr/>
        </p:nvSpPr>
        <p:spPr>
          <a:xfrm>
            <a:off x="2794627" y="4105507"/>
            <a:ext cx="9288593" cy="1360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0560"/>
              </a:lnSpc>
            </a:pPr>
            <a:r>
              <a:rPr lang="en-US" sz="9600" b="1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THANK YOU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F0C534D1-87ED-0786-88AB-113183FA27EB}"/>
              </a:ext>
            </a:extLst>
          </p:cNvPr>
          <p:cNvSpPr txBox="1"/>
          <p:nvPr/>
        </p:nvSpPr>
        <p:spPr>
          <a:xfrm rot="16200000">
            <a:off x="-775100" y="6908446"/>
            <a:ext cx="3974630" cy="444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10101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Nile University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C7A45E8D-2F04-C7E1-84C9-E2AF5050653F}"/>
              </a:ext>
            </a:extLst>
          </p:cNvPr>
          <p:cNvSpPr txBox="1"/>
          <p:nvPr/>
        </p:nvSpPr>
        <p:spPr>
          <a:xfrm>
            <a:off x="2794627" y="5795414"/>
            <a:ext cx="9288593" cy="444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920"/>
              </a:lnSpc>
            </a:pPr>
            <a:r>
              <a:rPr lang="en-US" sz="2800" spc="963">
                <a:solidFill>
                  <a:srgbClr val="10101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Any Questions?</a:t>
            </a: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4EA9DFD7-7B39-2DA9-F762-902EAC3C9401}"/>
              </a:ext>
            </a:extLst>
          </p:cNvPr>
          <p:cNvSpPr txBox="1"/>
          <p:nvPr/>
        </p:nvSpPr>
        <p:spPr>
          <a:xfrm>
            <a:off x="14997446" y="8636800"/>
            <a:ext cx="2261854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3920"/>
              </a:lnSpc>
            </a:pPr>
            <a:r>
              <a:rPr lang="en-US" sz="2800">
                <a:solidFill>
                  <a:srgbClr val="10101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End Slide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E1447BCE-1B70-5E44-D95B-ED56C97DB75B}"/>
              </a:ext>
            </a:extLst>
          </p:cNvPr>
          <p:cNvSpPr txBox="1"/>
          <p:nvPr/>
        </p:nvSpPr>
        <p:spPr>
          <a:xfrm>
            <a:off x="13769329" y="952500"/>
            <a:ext cx="3489971" cy="570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5040"/>
              </a:lnSpc>
            </a:pPr>
            <a:r>
              <a:rPr lang="en-US" sz="3600" b="1">
                <a:solidFill>
                  <a:srgbClr val="10101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CSCI101</a:t>
            </a:r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4F9F6DB0-1112-D542-6E93-AD7A5CB13ECE}"/>
              </a:ext>
            </a:extLst>
          </p:cNvPr>
          <p:cNvSpPr/>
          <p:nvPr/>
        </p:nvSpPr>
        <p:spPr>
          <a:xfrm>
            <a:off x="1825159" y="553842"/>
            <a:ext cx="5121611" cy="1312781"/>
          </a:xfrm>
          <a:custGeom>
            <a:avLst/>
            <a:gdLst/>
            <a:ahLst/>
            <a:cxnLst/>
            <a:rect l="l" t="t" r="r" b="b"/>
            <a:pathLst>
              <a:path w="5121611" h="1312781">
                <a:moveTo>
                  <a:pt x="0" y="0"/>
                </a:moveTo>
                <a:lnTo>
                  <a:pt x="5121611" y="0"/>
                </a:lnTo>
                <a:lnTo>
                  <a:pt x="5121611" y="1312781"/>
                </a:lnTo>
                <a:lnTo>
                  <a:pt x="0" y="13127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32</Slides>
  <Notes>7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</cp:revision>
  <dcterms:created xsi:type="dcterms:W3CDTF">2006-08-16T00:00:00Z</dcterms:created>
  <dcterms:modified xsi:type="dcterms:W3CDTF">2024-11-11T15:02:07Z</dcterms:modified>
  <dc:identifier>DAGPiBJcy_s</dc:identifier>
</cp:coreProperties>
</file>